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ja-JP"/>
    </a:defPPr>
    <a:lvl1pPr marL="0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1pPr>
    <a:lvl2pPr marL="457053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2pPr>
    <a:lvl3pPr marL="914105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3pPr>
    <a:lvl4pPr marL="1371158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4pPr>
    <a:lvl5pPr marL="1828211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5pPr>
    <a:lvl6pPr marL="2285263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6pPr>
    <a:lvl7pPr marL="2742316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7pPr>
    <a:lvl8pPr marL="3199369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8pPr>
    <a:lvl9pPr marL="3656421" algn="l" defTabSz="914105" rtl="0" eaLnBrk="1" latinLnBrk="0" hangingPunct="1">
      <a:defRPr kumimoji="1"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108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4F6C5A24-A78F-4DB1-B3A6-F12F08A92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="" xmlns:a16="http://schemas.microsoft.com/office/drawing/2014/main" id="{50962441-74B5-4BAF-9A12-CFB227CD0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B49F6043-C02B-45E7-9312-69DDF7B2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8E58B965-35E1-4A2C-9693-AD66C2B9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247D3FE2-5143-4385-8252-71C81689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96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6375DA70-292C-4C13-80A6-69F1E7BB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DD35FA97-1F05-40FC-9D30-DB4BC04A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B4CA2844-7425-4F72-8022-D8CD4445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D677852C-FB1D-463F-907E-66ADE2B1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0076AE95-1429-470C-B943-4F093E02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92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AB8E4AC3-BE76-4351-9631-D19852082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2161BCC0-6869-4F43-9FBA-DB24459D8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69CAC2A8-82BB-4AA7-99AD-CE1DE768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5C00BC33-0A37-449B-A3BE-4F512EE6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A34C511F-B140-40C0-AD74-D2BC1236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51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D4CBD6D9-7B37-4C96-85EE-C9564EAD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E300D746-AB0F-46FC-BDE3-0643748F8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="" xmlns:a16="http://schemas.microsoft.com/office/drawing/2014/main" id="{239C5DB9-AFF5-47B8-96AA-9C0E1614D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9D08AFCC-5D3E-4853-9800-C7D25DC3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6D11A30E-5B5D-4C18-8BA8-8A4F3880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1162F76B-6335-416F-B254-EA45B5AE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62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EE816771-FBB9-4AE1-B711-634628E0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3F0C2AC4-9FC6-4BB8-B711-360F7AC68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="" xmlns:a16="http://schemas.microsoft.com/office/drawing/2014/main" id="{8662BEE5-49F7-401B-B720-D1D98862E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="" xmlns:a16="http://schemas.microsoft.com/office/drawing/2014/main" id="{DCB1FEAE-3185-4282-AC28-D2EC2BFF3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="" xmlns:a16="http://schemas.microsoft.com/office/drawing/2014/main" id="{0CE42B57-7002-4C2E-A1AA-CB59625FA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="" xmlns:a16="http://schemas.microsoft.com/office/drawing/2014/main" id="{D5E232E9-AD83-4FD2-8BFB-BB3BD910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="" xmlns:a16="http://schemas.microsoft.com/office/drawing/2014/main" id="{5E479DEE-C8C7-4CAE-8367-CB5945E8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="" xmlns:a16="http://schemas.microsoft.com/office/drawing/2014/main" id="{A27E6E8F-1126-4C94-8AE4-00E9B02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56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FC9301CC-CAB1-4FE5-9FD6-4807FBEB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="" xmlns:a16="http://schemas.microsoft.com/office/drawing/2014/main" id="{B5416426-AB5E-426E-9BE5-16BDA70C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="" xmlns:a16="http://schemas.microsoft.com/office/drawing/2014/main" id="{E45EFCD3-EDF6-49E4-9D2E-7042BDD5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="" xmlns:a16="http://schemas.microsoft.com/office/drawing/2014/main" id="{DE8A5202-4A9F-4B5F-BBEA-D7CB78EF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38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="" xmlns:a16="http://schemas.microsoft.com/office/drawing/2014/main" id="{93BEFCF3-00F6-4A45-A838-7C8E72CC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="" xmlns:a16="http://schemas.microsoft.com/office/drawing/2014/main" id="{5CD9AAF0-42D3-4376-9828-D483645B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="" xmlns:a16="http://schemas.microsoft.com/office/drawing/2014/main" id="{42EC2D9F-C043-4CD5-8BAE-94A9C1ED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60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400A4050-B683-4196-AD8E-7BAD73A62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="" xmlns:a16="http://schemas.microsoft.com/office/drawing/2014/main" id="{C5C81D13-3282-46B2-8954-96376A556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57DD8A94-15F1-4C3E-927B-48ED2CBDC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566785F1-A03B-4629-8E83-A7DA7B81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54C82F44-B8A1-445D-AEA7-F5717E97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F54A3E39-3454-4A1E-84B3-31560C26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41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AEEFCF99-9442-4002-A919-206FFD25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="" xmlns:a16="http://schemas.microsoft.com/office/drawing/2014/main" id="{1C8903F1-9F4B-49E4-8750-E3D7C838C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="" xmlns:a16="http://schemas.microsoft.com/office/drawing/2014/main" id="{78C8043E-EE9B-4C40-B078-8AD170B09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="" xmlns:a16="http://schemas.microsoft.com/office/drawing/2014/main" id="{E1AD0E23-06C8-4532-81B5-87D7B761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="" xmlns:a16="http://schemas.microsoft.com/office/drawing/2014/main" id="{54C6400D-7A95-448F-A853-728DEC72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="" xmlns:a16="http://schemas.microsoft.com/office/drawing/2014/main" id="{32919C10-00A3-4071-A8DE-B7BC5CE1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71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CAE7016E-D0A1-48DB-A0A1-6D2774F4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="" xmlns:a16="http://schemas.microsoft.com/office/drawing/2014/main" id="{76CE1853-3D50-4012-8744-04FA8429A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CA577F1D-2EFA-4865-ACFB-C7289C72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C99AF8DC-51A7-4C30-881F-A4003A43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02359CFA-31B6-43B0-B2A3-CE808D5F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561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="" xmlns:a16="http://schemas.microsoft.com/office/drawing/2014/main" id="{1FE4B14F-FDD0-4C64-9FDA-5798EFC44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="" xmlns:a16="http://schemas.microsoft.com/office/drawing/2014/main" id="{F553354B-A270-4C66-BD5F-0379CEF81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6916878C-8B47-4ABC-9D18-3EB76C44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81A221B7-5FE3-4C34-B35C-ECD731DA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C0C58BFE-4587-4591-81FC-DFAAB5CD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99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="" xmlns:a16="http://schemas.microsoft.com/office/drawing/2014/main" id="{464753F3-D8DD-498B-985C-4C2BF57E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="" xmlns:a16="http://schemas.microsoft.com/office/drawing/2014/main" id="{F06C8D94-4BDA-4A8A-8970-0A8074833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="" xmlns:a16="http://schemas.microsoft.com/office/drawing/2014/main" id="{A71FD632-F755-41B4-9B32-8104F35E3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E06D8-194C-414E-8881-9BBD73770583}" type="datetimeFigureOut">
              <a:rPr kumimoji="1" lang="ja-JP" altLang="en-US" smtClean="0"/>
              <a:t>2024/8/3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="" xmlns:a16="http://schemas.microsoft.com/office/drawing/2014/main" id="{E413DFA2-63DE-4206-97ED-6A89E40E6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="" xmlns:a16="http://schemas.microsoft.com/office/drawing/2014/main" id="{35C4F4A1-AF21-41E6-B0DD-84CBE1EA0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B4DA2-45C9-48E3-9098-85A948C9B6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70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レーム 5">
            <a:extLst>
              <a:ext uri="{FF2B5EF4-FFF2-40B4-BE49-F238E27FC236}">
                <a16:creationId xmlns="" xmlns:a16="http://schemas.microsoft.com/office/drawing/2014/main" id="{B96DE60D-3802-4E40-A0B6-2D79BD1F9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12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レーム 4">
            <a:extLst>
              <a:ext uri="{FF2B5EF4-FFF2-40B4-BE49-F238E27FC236}">
                <a16:creationId xmlns="" xmlns:a16="http://schemas.microsoft.com/office/drawing/2014/main" id="{F56F4D2A-0F9B-437D-98FD-DB281DCC2374}"/>
              </a:ext>
            </a:extLst>
          </p:cNvPr>
          <p:cNvSpPr/>
          <p:nvPr/>
        </p:nvSpPr>
        <p:spPr>
          <a:xfrm>
            <a:off x="0" y="-10"/>
            <a:ext cx="12192000" cy="6873000"/>
          </a:xfrm>
          <a:prstGeom prst="frame">
            <a:avLst>
              <a:gd name="adj1" fmla="val 978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斜め縞 6">
            <a:extLst>
              <a:ext uri="{FF2B5EF4-FFF2-40B4-BE49-F238E27FC236}">
                <a16:creationId xmlns="" xmlns:a16="http://schemas.microsoft.com/office/drawing/2014/main" id="{F5637F69-17D3-48F1-919D-26C57263F645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" name="斜め縞 9">
            <a:extLst>
              <a:ext uri="{FF2B5EF4-FFF2-40B4-BE49-F238E27FC236}">
                <a16:creationId xmlns="" xmlns:a16="http://schemas.microsoft.com/office/drawing/2014/main" id="{8D39A06C-25FA-40A6-83C9-12A567A4326A}"/>
              </a:ext>
            </a:extLst>
          </p:cNvPr>
          <p:cNvSpPr>
            <a:spLocks noChangeAspect="1"/>
          </p:cNvSpPr>
          <p:nvPr/>
        </p:nvSpPr>
        <p:spPr>
          <a:xfrm>
            <a:off x="-1" y="182880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" name="斜め縞 10">
            <a:extLst>
              <a:ext uri="{FF2B5EF4-FFF2-40B4-BE49-F238E27FC236}">
                <a16:creationId xmlns="" xmlns:a16="http://schemas.microsoft.com/office/drawing/2014/main" id="{BFF92C62-2613-4DCC-848C-B694454A67FC}"/>
              </a:ext>
            </a:extLst>
          </p:cNvPr>
          <p:cNvSpPr>
            <a:spLocks noChangeAspect="1"/>
          </p:cNvSpPr>
          <p:nvPr/>
        </p:nvSpPr>
        <p:spPr>
          <a:xfrm>
            <a:off x="1828801" y="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" name="斜め縞 11">
            <a:extLst>
              <a:ext uri="{FF2B5EF4-FFF2-40B4-BE49-F238E27FC236}">
                <a16:creationId xmlns="" xmlns:a16="http://schemas.microsoft.com/office/drawing/2014/main" id="{06DFC881-51CE-4E8F-BB37-53F63E931DDC}"/>
              </a:ext>
            </a:extLst>
          </p:cNvPr>
          <p:cNvSpPr>
            <a:spLocks noChangeAspect="1"/>
          </p:cNvSpPr>
          <p:nvPr/>
        </p:nvSpPr>
        <p:spPr>
          <a:xfrm>
            <a:off x="914400" y="914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斜め縞 13">
            <a:extLst>
              <a:ext uri="{FF2B5EF4-FFF2-40B4-BE49-F238E27FC236}">
                <a16:creationId xmlns="" xmlns:a16="http://schemas.microsoft.com/office/drawing/2014/main" id="{5B9CFC53-AC59-411F-A72F-672512E5906E}"/>
              </a:ext>
            </a:extLst>
          </p:cNvPr>
          <p:cNvSpPr>
            <a:spLocks noChangeAspect="1"/>
          </p:cNvSpPr>
          <p:nvPr/>
        </p:nvSpPr>
        <p:spPr>
          <a:xfrm>
            <a:off x="2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5" name="斜め縞 14">
            <a:extLst>
              <a:ext uri="{FF2B5EF4-FFF2-40B4-BE49-F238E27FC236}">
                <a16:creationId xmlns="" xmlns:a16="http://schemas.microsoft.com/office/drawing/2014/main" id="{45DA5543-8D19-4DC0-AF7A-60817C502870}"/>
              </a:ext>
            </a:extLst>
          </p:cNvPr>
          <p:cNvSpPr>
            <a:spLocks noChangeAspect="1"/>
          </p:cNvSpPr>
          <p:nvPr/>
        </p:nvSpPr>
        <p:spPr>
          <a:xfrm>
            <a:off x="1828803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6" name="斜め縞 15">
            <a:extLst>
              <a:ext uri="{FF2B5EF4-FFF2-40B4-BE49-F238E27FC236}">
                <a16:creationId xmlns="" xmlns:a16="http://schemas.microsoft.com/office/drawing/2014/main" id="{D58C6D79-0560-415A-930F-82876DED6871}"/>
              </a:ext>
            </a:extLst>
          </p:cNvPr>
          <p:cNvSpPr>
            <a:spLocks noChangeAspect="1"/>
          </p:cNvSpPr>
          <p:nvPr/>
        </p:nvSpPr>
        <p:spPr>
          <a:xfrm>
            <a:off x="914402" y="27432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8" name="斜め縞 17">
            <a:extLst>
              <a:ext uri="{FF2B5EF4-FFF2-40B4-BE49-F238E27FC236}">
                <a16:creationId xmlns="" xmlns:a16="http://schemas.microsoft.com/office/drawing/2014/main" id="{1DAE5794-6716-4579-B21E-4E49AC5A59A4}"/>
              </a:ext>
            </a:extLst>
          </p:cNvPr>
          <p:cNvSpPr>
            <a:spLocks noChangeAspect="1"/>
          </p:cNvSpPr>
          <p:nvPr/>
        </p:nvSpPr>
        <p:spPr>
          <a:xfrm>
            <a:off x="1828801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9" name="斜め縞 18">
            <a:extLst>
              <a:ext uri="{FF2B5EF4-FFF2-40B4-BE49-F238E27FC236}">
                <a16:creationId xmlns="" xmlns:a16="http://schemas.microsoft.com/office/drawing/2014/main" id="{9A3CC7A0-2F6F-4322-8D89-3ED23F908F7C}"/>
              </a:ext>
            </a:extLst>
          </p:cNvPr>
          <p:cNvSpPr>
            <a:spLocks noChangeAspect="1"/>
          </p:cNvSpPr>
          <p:nvPr/>
        </p:nvSpPr>
        <p:spPr>
          <a:xfrm>
            <a:off x="3657602" y="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斜め縞 19">
            <a:extLst>
              <a:ext uri="{FF2B5EF4-FFF2-40B4-BE49-F238E27FC236}">
                <a16:creationId xmlns="" xmlns:a16="http://schemas.microsoft.com/office/drawing/2014/main" id="{14476A1C-88E4-437B-A2EC-A4F28C6E3640}"/>
              </a:ext>
            </a:extLst>
          </p:cNvPr>
          <p:cNvSpPr>
            <a:spLocks noChangeAspect="1"/>
          </p:cNvSpPr>
          <p:nvPr/>
        </p:nvSpPr>
        <p:spPr>
          <a:xfrm>
            <a:off x="2743201" y="9144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1" name="斜め縞 30">
            <a:extLst>
              <a:ext uri="{FF2B5EF4-FFF2-40B4-BE49-F238E27FC236}">
                <a16:creationId xmlns="" xmlns:a16="http://schemas.microsoft.com/office/drawing/2014/main" id="{CD104AE0-58C9-48AF-AE13-DB3800AD85E1}"/>
              </a:ext>
            </a:extLst>
          </p:cNvPr>
          <p:cNvSpPr>
            <a:spLocks noChangeAspect="1"/>
          </p:cNvSpPr>
          <p:nvPr/>
        </p:nvSpPr>
        <p:spPr>
          <a:xfrm>
            <a:off x="2" y="54864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2" name="斜め縞 31">
            <a:extLst>
              <a:ext uri="{FF2B5EF4-FFF2-40B4-BE49-F238E27FC236}">
                <a16:creationId xmlns="" xmlns:a16="http://schemas.microsoft.com/office/drawing/2014/main" id="{B106958E-D9E3-4830-9AB0-40F3699A0FE6}"/>
              </a:ext>
            </a:extLst>
          </p:cNvPr>
          <p:cNvSpPr>
            <a:spLocks noChangeAspect="1"/>
          </p:cNvSpPr>
          <p:nvPr/>
        </p:nvSpPr>
        <p:spPr>
          <a:xfrm>
            <a:off x="1828803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3" name="斜め縞 32">
            <a:extLst>
              <a:ext uri="{FF2B5EF4-FFF2-40B4-BE49-F238E27FC236}">
                <a16:creationId xmlns="" xmlns:a16="http://schemas.microsoft.com/office/drawing/2014/main" id="{2DFE26CA-CCC2-4A24-B04F-E53B03D32A69}"/>
              </a:ext>
            </a:extLst>
          </p:cNvPr>
          <p:cNvSpPr>
            <a:spLocks noChangeAspect="1"/>
          </p:cNvSpPr>
          <p:nvPr/>
        </p:nvSpPr>
        <p:spPr>
          <a:xfrm>
            <a:off x="914402" y="45720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4" name="斜め縞 33">
            <a:extLst>
              <a:ext uri="{FF2B5EF4-FFF2-40B4-BE49-F238E27FC236}">
                <a16:creationId xmlns="" xmlns:a16="http://schemas.microsoft.com/office/drawing/2014/main" id="{E65A9004-DD5E-4B64-8272-2F3EED660F95}"/>
              </a:ext>
            </a:extLst>
          </p:cNvPr>
          <p:cNvSpPr>
            <a:spLocks noChangeAspect="1"/>
          </p:cNvSpPr>
          <p:nvPr/>
        </p:nvSpPr>
        <p:spPr>
          <a:xfrm>
            <a:off x="1828801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5" name="斜め縞 34">
            <a:extLst>
              <a:ext uri="{FF2B5EF4-FFF2-40B4-BE49-F238E27FC236}">
                <a16:creationId xmlns="" xmlns:a16="http://schemas.microsoft.com/office/drawing/2014/main" id="{11EC662C-A093-42CC-8CDC-DE6980BC781F}"/>
              </a:ext>
            </a:extLst>
          </p:cNvPr>
          <p:cNvSpPr>
            <a:spLocks noChangeAspect="1"/>
          </p:cNvSpPr>
          <p:nvPr/>
        </p:nvSpPr>
        <p:spPr>
          <a:xfrm>
            <a:off x="3657602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6" name="斜め縞 35">
            <a:extLst>
              <a:ext uri="{FF2B5EF4-FFF2-40B4-BE49-F238E27FC236}">
                <a16:creationId xmlns="" xmlns:a16="http://schemas.microsoft.com/office/drawing/2014/main" id="{469365FD-962D-432A-8B4B-7CAAD308E5A6}"/>
              </a:ext>
            </a:extLst>
          </p:cNvPr>
          <p:cNvSpPr>
            <a:spLocks noChangeAspect="1"/>
          </p:cNvSpPr>
          <p:nvPr/>
        </p:nvSpPr>
        <p:spPr>
          <a:xfrm>
            <a:off x="2743201" y="27432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8" name="斜め縞 37">
            <a:extLst>
              <a:ext uri="{FF2B5EF4-FFF2-40B4-BE49-F238E27FC236}">
                <a16:creationId xmlns="" xmlns:a16="http://schemas.microsoft.com/office/drawing/2014/main" id="{09D5A57B-82A6-49F7-80D3-721A2F29C505}"/>
              </a:ext>
            </a:extLst>
          </p:cNvPr>
          <p:cNvSpPr>
            <a:spLocks noChangeAspect="1"/>
          </p:cNvSpPr>
          <p:nvPr/>
        </p:nvSpPr>
        <p:spPr>
          <a:xfrm>
            <a:off x="3657602" y="18288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1" name="斜め縞 40">
            <a:extLst>
              <a:ext uri="{FF2B5EF4-FFF2-40B4-BE49-F238E27FC236}">
                <a16:creationId xmlns="" xmlns:a16="http://schemas.microsoft.com/office/drawing/2014/main" id="{755E9995-2631-4DE8-A865-C6E8FEFA87C9}"/>
              </a:ext>
            </a:extLst>
          </p:cNvPr>
          <p:cNvSpPr>
            <a:spLocks noChangeAspect="1"/>
          </p:cNvSpPr>
          <p:nvPr/>
        </p:nvSpPr>
        <p:spPr>
          <a:xfrm>
            <a:off x="548640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2" name="斜め縞 41">
            <a:extLst>
              <a:ext uri="{FF2B5EF4-FFF2-40B4-BE49-F238E27FC236}">
                <a16:creationId xmlns="" xmlns:a16="http://schemas.microsoft.com/office/drawing/2014/main" id="{8E848547-DB7B-4571-8E65-6D4CF125C77B}"/>
              </a:ext>
            </a:extLst>
          </p:cNvPr>
          <p:cNvSpPr>
            <a:spLocks noChangeAspect="1"/>
          </p:cNvSpPr>
          <p:nvPr/>
        </p:nvSpPr>
        <p:spPr>
          <a:xfrm>
            <a:off x="4572000" y="9143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2" name="斜め縞 61">
            <a:extLst>
              <a:ext uri="{FF2B5EF4-FFF2-40B4-BE49-F238E27FC236}">
                <a16:creationId xmlns="" xmlns:a16="http://schemas.microsoft.com/office/drawing/2014/main" id="{C079BE89-275D-4145-88C5-FF9150316B6C}"/>
              </a:ext>
            </a:extLst>
          </p:cNvPr>
          <p:cNvSpPr>
            <a:spLocks noChangeAspect="1"/>
          </p:cNvSpPr>
          <p:nvPr/>
        </p:nvSpPr>
        <p:spPr>
          <a:xfrm>
            <a:off x="1887964" y="5486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3" name="斜め縞 62">
            <a:extLst>
              <a:ext uri="{FF2B5EF4-FFF2-40B4-BE49-F238E27FC236}">
                <a16:creationId xmlns="" xmlns:a16="http://schemas.microsoft.com/office/drawing/2014/main" id="{7E15469B-48B9-49EC-8CC1-21DE3C6FDD17}"/>
              </a:ext>
            </a:extLst>
          </p:cNvPr>
          <p:cNvSpPr>
            <a:spLocks noChangeAspect="1"/>
          </p:cNvSpPr>
          <p:nvPr/>
        </p:nvSpPr>
        <p:spPr>
          <a:xfrm>
            <a:off x="3716765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4" name="斜め縞 63">
            <a:extLst>
              <a:ext uri="{FF2B5EF4-FFF2-40B4-BE49-F238E27FC236}">
                <a16:creationId xmlns="" xmlns:a16="http://schemas.microsoft.com/office/drawing/2014/main" id="{7C42D055-D439-477E-A528-1A0B07B08797}"/>
              </a:ext>
            </a:extLst>
          </p:cNvPr>
          <p:cNvSpPr>
            <a:spLocks noChangeAspect="1"/>
          </p:cNvSpPr>
          <p:nvPr/>
        </p:nvSpPr>
        <p:spPr>
          <a:xfrm>
            <a:off x="2802364" y="45719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5" name="斜め縞 64">
            <a:extLst>
              <a:ext uri="{FF2B5EF4-FFF2-40B4-BE49-F238E27FC236}">
                <a16:creationId xmlns="" xmlns:a16="http://schemas.microsoft.com/office/drawing/2014/main" id="{EF95460E-1B5F-40B8-B7E9-F991B3556642}"/>
              </a:ext>
            </a:extLst>
          </p:cNvPr>
          <p:cNvSpPr>
            <a:spLocks noChangeAspect="1"/>
          </p:cNvSpPr>
          <p:nvPr/>
        </p:nvSpPr>
        <p:spPr>
          <a:xfrm>
            <a:off x="3716763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6" name="斜め縞 65">
            <a:extLst>
              <a:ext uri="{FF2B5EF4-FFF2-40B4-BE49-F238E27FC236}">
                <a16:creationId xmlns="" xmlns:a16="http://schemas.microsoft.com/office/drawing/2014/main" id="{7CF1533A-D015-46B7-8189-FE85229318A4}"/>
              </a:ext>
            </a:extLst>
          </p:cNvPr>
          <p:cNvSpPr>
            <a:spLocks noChangeAspect="1"/>
          </p:cNvSpPr>
          <p:nvPr/>
        </p:nvSpPr>
        <p:spPr>
          <a:xfrm>
            <a:off x="5545564" y="18288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7" name="斜め縞 66">
            <a:extLst>
              <a:ext uri="{FF2B5EF4-FFF2-40B4-BE49-F238E27FC236}">
                <a16:creationId xmlns="" xmlns:a16="http://schemas.microsoft.com/office/drawing/2014/main" id="{C1051EC0-2D55-4541-857F-048A5346BF1D}"/>
              </a:ext>
            </a:extLst>
          </p:cNvPr>
          <p:cNvSpPr>
            <a:spLocks noChangeAspect="1"/>
          </p:cNvSpPr>
          <p:nvPr/>
        </p:nvSpPr>
        <p:spPr>
          <a:xfrm>
            <a:off x="4631163" y="27431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8" name="斜め縞 67">
            <a:extLst>
              <a:ext uri="{FF2B5EF4-FFF2-40B4-BE49-F238E27FC236}">
                <a16:creationId xmlns="" xmlns:a16="http://schemas.microsoft.com/office/drawing/2014/main" id="{8C9632F0-DF14-4BEF-8E50-5ECA2A23B3AD}"/>
              </a:ext>
            </a:extLst>
          </p:cNvPr>
          <p:cNvSpPr>
            <a:spLocks noChangeAspect="1"/>
          </p:cNvSpPr>
          <p:nvPr/>
        </p:nvSpPr>
        <p:spPr>
          <a:xfrm>
            <a:off x="5545564" y="1828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9" name="斜め縞 68">
            <a:extLst>
              <a:ext uri="{FF2B5EF4-FFF2-40B4-BE49-F238E27FC236}">
                <a16:creationId xmlns="" xmlns:a16="http://schemas.microsoft.com/office/drawing/2014/main" id="{4969ABFC-9D30-4653-B2C3-8DE383B7E3C0}"/>
              </a:ext>
            </a:extLst>
          </p:cNvPr>
          <p:cNvSpPr>
            <a:spLocks noChangeAspect="1"/>
          </p:cNvSpPr>
          <p:nvPr/>
        </p:nvSpPr>
        <p:spPr>
          <a:xfrm>
            <a:off x="7374363" y="-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0" name="斜め縞 69">
            <a:extLst>
              <a:ext uri="{FF2B5EF4-FFF2-40B4-BE49-F238E27FC236}">
                <a16:creationId xmlns="" xmlns:a16="http://schemas.microsoft.com/office/drawing/2014/main" id="{8C43A38A-2EAC-48FE-AE79-83D8DD6B49D5}"/>
              </a:ext>
            </a:extLst>
          </p:cNvPr>
          <p:cNvSpPr>
            <a:spLocks noChangeAspect="1"/>
          </p:cNvSpPr>
          <p:nvPr/>
        </p:nvSpPr>
        <p:spPr>
          <a:xfrm>
            <a:off x="6459962" y="91439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1" name="斜め縞 70">
            <a:extLst>
              <a:ext uri="{FF2B5EF4-FFF2-40B4-BE49-F238E27FC236}">
                <a16:creationId xmlns="" xmlns:a16="http://schemas.microsoft.com/office/drawing/2014/main" id="{00BDB737-45D5-4910-90A9-4D5ADD8F2D8E}"/>
              </a:ext>
            </a:extLst>
          </p:cNvPr>
          <p:cNvSpPr>
            <a:spLocks noChangeAspect="1"/>
          </p:cNvSpPr>
          <p:nvPr/>
        </p:nvSpPr>
        <p:spPr>
          <a:xfrm>
            <a:off x="971254" y="6400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7" name="斜め縞 86">
            <a:extLst>
              <a:ext uri="{FF2B5EF4-FFF2-40B4-BE49-F238E27FC236}">
                <a16:creationId xmlns="" xmlns:a16="http://schemas.microsoft.com/office/drawing/2014/main" id="{2F8EB83B-0375-41A4-83E3-8F9FBA697231}"/>
              </a:ext>
            </a:extLst>
          </p:cNvPr>
          <p:cNvSpPr>
            <a:spLocks noChangeAspect="1"/>
          </p:cNvSpPr>
          <p:nvPr/>
        </p:nvSpPr>
        <p:spPr>
          <a:xfrm>
            <a:off x="11797192" y="777240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8" name="斜め縞 87">
            <a:extLst>
              <a:ext uri="{FF2B5EF4-FFF2-40B4-BE49-F238E27FC236}">
                <a16:creationId xmlns="" xmlns:a16="http://schemas.microsoft.com/office/drawing/2014/main" id="{E528C683-602B-4286-BD4C-5B311175DD0C}"/>
              </a:ext>
            </a:extLst>
          </p:cNvPr>
          <p:cNvSpPr>
            <a:spLocks noChangeAspect="1"/>
          </p:cNvSpPr>
          <p:nvPr/>
        </p:nvSpPr>
        <p:spPr>
          <a:xfrm>
            <a:off x="13625993" y="594360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9" name="斜め縞 88">
            <a:extLst>
              <a:ext uri="{FF2B5EF4-FFF2-40B4-BE49-F238E27FC236}">
                <a16:creationId xmlns="" xmlns:a16="http://schemas.microsoft.com/office/drawing/2014/main" id="{FBE8BD70-AE41-4A3B-A076-DB824E66384D}"/>
              </a:ext>
            </a:extLst>
          </p:cNvPr>
          <p:cNvSpPr>
            <a:spLocks noChangeAspect="1"/>
          </p:cNvSpPr>
          <p:nvPr/>
        </p:nvSpPr>
        <p:spPr>
          <a:xfrm>
            <a:off x="12711592" y="685800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0" name="斜め縞 89">
            <a:extLst>
              <a:ext uri="{FF2B5EF4-FFF2-40B4-BE49-F238E27FC236}">
                <a16:creationId xmlns="" xmlns:a16="http://schemas.microsoft.com/office/drawing/2014/main" id="{3E05B07D-9E5F-4DDA-A734-008BAC882F1F}"/>
              </a:ext>
            </a:extLst>
          </p:cNvPr>
          <p:cNvSpPr>
            <a:spLocks noChangeAspect="1"/>
          </p:cNvSpPr>
          <p:nvPr/>
        </p:nvSpPr>
        <p:spPr>
          <a:xfrm>
            <a:off x="13625991" y="594360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1" name="斜め縞 90">
            <a:extLst>
              <a:ext uri="{FF2B5EF4-FFF2-40B4-BE49-F238E27FC236}">
                <a16:creationId xmlns="" xmlns:a16="http://schemas.microsoft.com/office/drawing/2014/main" id="{FE6AF31A-3E33-4BDC-AEB5-2AA38B37C6C3}"/>
              </a:ext>
            </a:extLst>
          </p:cNvPr>
          <p:cNvSpPr>
            <a:spLocks noChangeAspect="1"/>
          </p:cNvSpPr>
          <p:nvPr/>
        </p:nvSpPr>
        <p:spPr>
          <a:xfrm>
            <a:off x="15454792" y="411480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2" name="斜め縞 91">
            <a:extLst>
              <a:ext uri="{FF2B5EF4-FFF2-40B4-BE49-F238E27FC236}">
                <a16:creationId xmlns="" xmlns:a16="http://schemas.microsoft.com/office/drawing/2014/main" id="{878BD3C1-1CE1-4999-B91E-2C95F967167E}"/>
              </a:ext>
            </a:extLst>
          </p:cNvPr>
          <p:cNvSpPr>
            <a:spLocks noChangeAspect="1"/>
          </p:cNvSpPr>
          <p:nvPr/>
        </p:nvSpPr>
        <p:spPr>
          <a:xfrm>
            <a:off x="14540391" y="502920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3" name="斜め縞 92">
            <a:extLst>
              <a:ext uri="{FF2B5EF4-FFF2-40B4-BE49-F238E27FC236}">
                <a16:creationId xmlns="" xmlns:a16="http://schemas.microsoft.com/office/drawing/2014/main" id="{BC7E1D4F-CECC-4B19-88B2-322C037198F8}"/>
              </a:ext>
            </a:extLst>
          </p:cNvPr>
          <p:cNvSpPr>
            <a:spLocks noChangeAspect="1"/>
          </p:cNvSpPr>
          <p:nvPr/>
        </p:nvSpPr>
        <p:spPr>
          <a:xfrm>
            <a:off x="15454792" y="411480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4" name="斜め縞 93">
            <a:extLst>
              <a:ext uri="{FF2B5EF4-FFF2-40B4-BE49-F238E27FC236}">
                <a16:creationId xmlns="" xmlns:a16="http://schemas.microsoft.com/office/drawing/2014/main" id="{4439AEDA-C7F0-4939-971A-7C9C0791ABD0}"/>
              </a:ext>
            </a:extLst>
          </p:cNvPr>
          <p:cNvSpPr>
            <a:spLocks noChangeAspect="1"/>
          </p:cNvSpPr>
          <p:nvPr/>
        </p:nvSpPr>
        <p:spPr>
          <a:xfrm>
            <a:off x="17283591" y="228600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5" name="斜め縞 94">
            <a:extLst>
              <a:ext uri="{FF2B5EF4-FFF2-40B4-BE49-F238E27FC236}">
                <a16:creationId xmlns="" xmlns:a16="http://schemas.microsoft.com/office/drawing/2014/main" id="{5CFA69D2-0ECD-478C-A6E5-34148817A0B7}"/>
              </a:ext>
            </a:extLst>
          </p:cNvPr>
          <p:cNvSpPr>
            <a:spLocks noChangeAspect="1"/>
          </p:cNvSpPr>
          <p:nvPr/>
        </p:nvSpPr>
        <p:spPr>
          <a:xfrm>
            <a:off x="16369190" y="320040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6" name="斜め縞 95">
            <a:extLst>
              <a:ext uri="{FF2B5EF4-FFF2-40B4-BE49-F238E27FC236}">
                <a16:creationId xmlns="" xmlns:a16="http://schemas.microsoft.com/office/drawing/2014/main" id="{084014EB-7781-4486-A34B-99F7696BD8AF}"/>
              </a:ext>
            </a:extLst>
          </p:cNvPr>
          <p:cNvSpPr>
            <a:spLocks noChangeAspect="1"/>
          </p:cNvSpPr>
          <p:nvPr/>
        </p:nvSpPr>
        <p:spPr>
          <a:xfrm>
            <a:off x="10880482" y="868680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斜め縞 96">
            <a:extLst>
              <a:ext uri="{FF2B5EF4-FFF2-40B4-BE49-F238E27FC236}">
                <a16:creationId xmlns="" xmlns:a16="http://schemas.microsoft.com/office/drawing/2014/main" id="{10A20F70-8F8E-49DD-9738-75C92651DD49}"/>
              </a:ext>
            </a:extLst>
          </p:cNvPr>
          <p:cNvSpPr>
            <a:spLocks noChangeAspect="1"/>
          </p:cNvSpPr>
          <p:nvPr/>
        </p:nvSpPr>
        <p:spPr>
          <a:xfrm>
            <a:off x="3756366" y="54863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8" name="斜め縞 97">
            <a:extLst>
              <a:ext uri="{FF2B5EF4-FFF2-40B4-BE49-F238E27FC236}">
                <a16:creationId xmlns="" xmlns:a16="http://schemas.microsoft.com/office/drawing/2014/main" id="{FF21EE41-444D-4B1B-BF96-884F1C1E06EF}"/>
              </a:ext>
            </a:extLst>
          </p:cNvPr>
          <p:cNvSpPr>
            <a:spLocks noChangeAspect="1"/>
          </p:cNvSpPr>
          <p:nvPr/>
        </p:nvSpPr>
        <p:spPr>
          <a:xfrm>
            <a:off x="5585167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9" name="斜め縞 98">
            <a:extLst>
              <a:ext uri="{FF2B5EF4-FFF2-40B4-BE49-F238E27FC236}">
                <a16:creationId xmlns="" xmlns:a16="http://schemas.microsoft.com/office/drawing/2014/main" id="{274E98DB-AAB0-4515-BBBA-BF17EBDF5EE1}"/>
              </a:ext>
            </a:extLst>
          </p:cNvPr>
          <p:cNvSpPr>
            <a:spLocks noChangeAspect="1"/>
          </p:cNvSpPr>
          <p:nvPr/>
        </p:nvSpPr>
        <p:spPr>
          <a:xfrm>
            <a:off x="4670766" y="45719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0" name="斜め縞 99">
            <a:extLst>
              <a:ext uri="{FF2B5EF4-FFF2-40B4-BE49-F238E27FC236}">
                <a16:creationId xmlns="" xmlns:a16="http://schemas.microsoft.com/office/drawing/2014/main" id="{92292505-2A61-47D2-832D-0B204C9EFF4D}"/>
              </a:ext>
            </a:extLst>
          </p:cNvPr>
          <p:cNvSpPr>
            <a:spLocks noChangeAspect="1"/>
          </p:cNvSpPr>
          <p:nvPr/>
        </p:nvSpPr>
        <p:spPr>
          <a:xfrm>
            <a:off x="5585165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1" name="斜め縞 100">
            <a:extLst>
              <a:ext uri="{FF2B5EF4-FFF2-40B4-BE49-F238E27FC236}">
                <a16:creationId xmlns="" xmlns:a16="http://schemas.microsoft.com/office/drawing/2014/main" id="{45DF1669-CADD-4AC7-BD75-7A9F9F9489D6}"/>
              </a:ext>
            </a:extLst>
          </p:cNvPr>
          <p:cNvSpPr>
            <a:spLocks noChangeAspect="1"/>
          </p:cNvSpPr>
          <p:nvPr/>
        </p:nvSpPr>
        <p:spPr>
          <a:xfrm>
            <a:off x="7413966" y="18287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2" name="斜め縞 101">
            <a:extLst>
              <a:ext uri="{FF2B5EF4-FFF2-40B4-BE49-F238E27FC236}">
                <a16:creationId xmlns="" xmlns:a16="http://schemas.microsoft.com/office/drawing/2014/main" id="{E61201B5-1591-4EE9-B150-BFA693895A11}"/>
              </a:ext>
            </a:extLst>
          </p:cNvPr>
          <p:cNvSpPr>
            <a:spLocks noChangeAspect="1"/>
          </p:cNvSpPr>
          <p:nvPr/>
        </p:nvSpPr>
        <p:spPr>
          <a:xfrm>
            <a:off x="6499565" y="27431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3" name="斜め縞 102">
            <a:extLst>
              <a:ext uri="{FF2B5EF4-FFF2-40B4-BE49-F238E27FC236}">
                <a16:creationId xmlns="" xmlns:a16="http://schemas.microsoft.com/office/drawing/2014/main" id="{3A57C5B1-7188-4494-B367-DCCFF616FE3B}"/>
              </a:ext>
            </a:extLst>
          </p:cNvPr>
          <p:cNvSpPr>
            <a:spLocks noChangeAspect="1"/>
          </p:cNvSpPr>
          <p:nvPr/>
        </p:nvSpPr>
        <p:spPr>
          <a:xfrm>
            <a:off x="7413966" y="1828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4" name="斜め縞 103">
            <a:extLst>
              <a:ext uri="{FF2B5EF4-FFF2-40B4-BE49-F238E27FC236}">
                <a16:creationId xmlns="" xmlns:a16="http://schemas.microsoft.com/office/drawing/2014/main" id="{EDAF28C9-A9FA-4FF2-B72D-031BC2F29F1C}"/>
              </a:ext>
            </a:extLst>
          </p:cNvPr>
          <p:cNvSpPr>
            <a:spLocks noChangeAspect="1"/>
          </p:cNvSpPr>
          <p:nvPr/>
        </p:nvSpPr>
        <p:spPr>
          <a:xfrm>
            <a:off x="9242765" y="-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5" name="斜め縞 104">
            <a:extLst>
              <a:ext uri="{FF2B5EF4-FFF2-40B4-BE49-F238E27FC236}">
                <a16:creationId xmlns="" xmlns:a16="http://schemas.microsoft.com/office/drawing/2014/main" id="{D893A36A-7B5C-421D-B9BE-648067619403}"/>
              </a:ext>
            </a:extLst>
          </p:cNvPr>
          <p:cNvSpPr>
            <a:spLocks noChangeAspect="1"/>
          </p:cNvSpPr>
          <p:nvPr/>
        </p:nvSpPr>
        <p:spPr>
          <a:xfrm>
            <a:off x="8328364" y="91439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6" name="斜め縞 105">
            <a:extLst>
              <a:ext uri="{FF2B5EF4-FFF2-40B4-BE49-F238E27FC236}">
                <a16:creationId xmlns="" xmlns:a16="http://schemas.microsoft.com/office/drawing/2014/main" id="{220621A3-304E-48B6-A0A7-E90A4444C13C}"/>
              </a:ext>
            </a:extLst>
          </p:cNvPr>
          <p:cNvSpPr>
            <a:spLocks noChangeAspect="1"/>
          </p:cNvSpPr>
          <p:nvPr/>
        </p:nvSpPr>
        <p:spPr>
          <a:xfrm>
            <a:off x="2844394" y="6400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8" name="斜め縞 107">
            <a:extLst>
              <a:ext uri="{FF2B5EF4-FFF2-40B4-BE49-F238E27FC236}">
                <a16:creationId xmlns="" xmlns:a16="http://schemas.microsoft.com/office/drawing/2014/main" id="{1CB7302B-5613-4CB8-A926-E8A812EFFFCE}"/>
              </a:ext>
            </a:extLst>
          </p:cNvPr>
          <p:cNvSpPr>
            <a:spLocks noChangeAspect="1"/>
          </p:cNvSpPr>
          <p:nvPr/>
        </p:nvSpPr>
        <p:spPr>
          <a:xfrm>
            <a:off x="5674579" y="54863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9" name="斜め縞 108">
            <a:extLst>
              <a:ext uri="{FF2B5EF4-FFF2-40B4-BE49-F238E27FC236}">
                <a16:creationId xmlns="" xmlns:a16="http://schemas.microsoft.com/office/drawing/2014/main" id="{F2C7892D-5D6F-40D8-88A7-15C23F4C6CF3}"/>
              </a:ext>
            </a:extLst>
          </p:cNvPr>
          <p:cNvSpPr>
            <a:spLocks noChangeAspect="1"/>
          </p:cNvSpPr>
          <p:nvPr/>
        </p:nvSpPr>
        <p:spPr>
          <a:xfrm>
            <a:off x="7503380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0" name="斜め縞 109">
            <a:extLst>
              <a:ext uri="{FF2B5EF4-FFF2-40B4-BE49-F238E27FC236}">
                <a16:creationId xmlns="" xmlns:a16="http://schemas.microsoft.com/office/drawing/2014/main" id="{66AFC0C4-DA7D-434C-BC27-532521AC9174}"/>
              </a:ext>
            </a:extLst>
          </p:cNvPr>
          <p:cNvSpPr>
            <a:spLocks noChangeAspect="1"/>
          </p:cNvSpPr>
          <p:nvPr/>
        </p:nvSpPr>
        <p:spPr>
          <a:xfrm>
            <a:off x="6588979" y="45719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1" name="斜め縞 110">
            <a:extLst>
              <a:ext uri="{FF2B5EF4-FFF2-40B4-BE49-F238E27FC236}">
                <a16:creationId xmlns="" xmlns:a16="http://schemas.microsoft.com/office/drawing/2014/main" id="{54C7036B-7128-4BA0-886D-70EDAF187BFE}"/>
              </a:ext>
            </a:extLst>
          </p:cNvPr>
          <p:cNvSpPr>
            <a:spLocks noChangeAspect="1"/>
          </p:cNvSpPr>
          <p:nvPr/>
        </p:nvSpPr>
        <p:spPr>
          <a:xfrm>
            <a:off x="7503378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2" name="斜め縞 111">
            <a:extLst>
              <a:ext uri="{FF2B5EF4-FFF2-40B4-BE49-F238E27FC236}">
                <a16:creationId xmlns="" xmlns:a16="http://schemas.microsoft.com/office/drawing/2014/main" id="{48E05FCC-C886-4A1B-A9A1-80CDFDE90D68}"/>
              </a:ext>
            </a:extLst>
          </p:cNvPr>
          <p:cNvSpPr>
            <a:spLocks noChangeAspect="1"/>
          </p:cNvSpPr>
          <p:nvPr/>
        </p:nvSpPr>
        <p:spPr>
          <a:xfrm>
            <a:off x="9332179" y="18287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3" name="斜め縞 112">
            <a:extLst>
              <a:ext uri="{FF2B5EF4-FFF2-40B4-BE49-F238E27FC236}">
                <a16:creationId xmlns="" xmlns:a16="http://schemas.microsoft.com/office/drawing/2014/main" id="{561AF290-C558-4B78-ADD3-A71B234EDCA7}"/>
              </a:ext>
            </a:extLst>
          </p:cNvPr>
          <p:cNvSpPr>
            <a:spLocks noChangeAspect="1"/>
          </p:cNvSpPr>
          <p:nvPr/>
        </p:nvSpPr>
        <p:spPr>
          <a:xfrm>
            <a:off x="8417778" y="27431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4" name="斜め縞 113">
            <a:extLst>
              <a:ext uri="{FF2B5EF4-FFF2-40B4-BE49-F238E27FC236}">
                <a16:creationId xmlns="" xmlns:a16="http://schemas.microsoft.com/office/drawing/2014/main" id="{83E2C327-A7C7-4A70-A026-95D6600C6E65}"/>
              </a:ext>
            </a:extLst>
          </p:cNvPr>
          <p:cNvSpPr>
            <a:spLocks noChangeAspect="1"/>
          </p:cNvSpPr>
          <p:nvPr/>
        </p:nvSpPr>
        <p:spPr>
          <a:xfrm>
            <a:off x="9332179" y="1828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5" name="斜め縞 114">
            <a:extLst>
              <a:ext uri="{FF2B5EF4-FFF2-40B4-BE49-F238E27FC236}">
                <a16:creationId xmlns="" xmlns:a16="http://schemas.microsoft.com/office/drawing/2014/main" id="{E5ED0124-4668-4075-BC6F-0B91C0433898}"/>
              </a:ext>
            </a:extLst>
          </p:cNvPr>
          <p:cNvSpPr>
            <a:spLocks noChangeAspect="1"/>
          </p:cNvSpPr>
          <p:nvPr/>
        </p:nvSpPr>
        <p:spPr>
          <a:xfrm>
            <a:off x="11160978" y="-149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6" name="斜め縞 115">
            <a:extLst>
              <a:ext uri="{FF2B5EF4-FFF2-40B4-BE49-F238E27FC236}">
                <a16:creationId xmlns="" xmlns:a16="http://schemas.microsoft.com/office/drawing/2014/main" id="{66273BA8-4A9C-4130-AC1C-19E2F6A59086}"/>
              </a:ext>
            </a:extLst>
          </p:cNvPr>
          <p:cNvSpPr>
            <a:spLocks noChangeAspect="1"/>
          </p:cNvSpPr>
          <p:nvPr/>
        </p:nvSpPr>
        <p:spPr>
          <a:xfrm>
            <a:off x="10246577" y="91439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7" name="斜め縞 116">
            <a:extLst>
              <a:ext uri="{FF2B5EF4-FFF2-40B4-BE49-F238E27FC236}">
                <a16:creationId xmlns="" xmlns:a16="http://schemas.microsoft.com/office/drawing/2014/main" id="{15182215-4369-4048-8AAF-F8A733B500FE}"/>
              </a:ext>
            </a:extLst>
          </p:cNvPr>
          <p:cNvSpPr>
            <a:spLocks noChangeAspect="1"/>
          </p:cNvSpPr>
          <p:nvPr/>
        </p:nvSpPr>
        <p:spPr>
          <a:xfrm>
            <a:off x="4757869" y="6400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8" name="斜め縞 127">
            <a:extLst>
              <a:ext uri="{FF2B5EF4-FFF2-40B4-BE49-F238E27FC236}">
                <a16:creationId xmlns="" xmlns:a16="http://schemas.microsoft.com/office/drawing/2014/main" id="{64D3062E-432F-4323-AC2D-B8BCD96027E5}"/>
              </a:ext>
            </a:extLst>
          </p:cNvPr>
          <p:cNvSpPr>
            <a:spLocks noChangeAspect="1"/>
          </p:cNvSpPr>
          <p:nvPr/>
        </p:nvSpPr>
        <p:spPr>
          <a:xfrm>
            <a:off x="6853382" y="62491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9" name="斜め縞 128">
            <a:extLst>
              <a:ext uri="{FF2B5EF4-FFF2-40B4-BE49-F238E27FC236}">
                <a16:creationId xmlns="" xmlns:a16="http://schemas.microsoft.com/office/drawing/2014/main" id="{8142FD8F-A34D-4BC4-851E-E62A3CB11779}"/>
              </a:ext>
            </a:extLst>
          </p:cNvPr>
          <p:cNvSpPr>
            <a:spLocks noChangeAspect="1"/>
          </p:cNvSpPr>
          <p:nvPr/>
        </p:nvSpPr>
        <p:spPr>
          <a:xfrm>
            <a:off x="8682183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0" name="斜め縞 129">
            <a:extLst>
              <a:ext uri="{FF2B5EF4-FFF2-40B4-BE49-F238E27FC236}">
                <a16:creationId xmlns="" xmlns:a16="http://schemas.microsoft.com/office/drawing/2014/main" id="{A1B6FEAB-51D6-43B8-A1CB-6133A246028E}"/>
              </a:ext>
            </a:extLst>
          </p:cNvPr>
          <p:cNvSpPr>
            <a:spLocks noChangeAspect="1"/>
          </p:cNvSpPr>
          <p:nvPr/>
        </p:nvSpPr>
        <p:spPr>
          <a:xfrm>
            <a:off x="7767782" y="53347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1" name="斜め縞 130">
            <a:extLst>
              <a:ext uri="{FF2B5EF4-FFF2-40B4-BE49-F238E27FC236}">
                <a16:creationId xmlns="" xmlns:a16="http://schemas.microsoft.com/office/drawing/2014/main" id="{53217FA0-7FC3-477E-A3DF-7A3D5CA902E1}"/>
              </a:ext>
            </a:extLst>
          </p:cNvPr>
          <p:cNvSpPr>
            <a:spLocks noChangeAspect="1"/>
          </p:cNvSpPr>
          <p:nvPr/>
        </p:nvSpPr>
        <p:spPr>
          <a:xfrm>
            <a:off x="8682181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2" name="斜め縞 131">
            <a:extLst>
              <a:ext uri="{FF2B5EF4-FFF2-40B4-BE49-F238E27FC236}">
                <a16:creationId xmlns="" xmlns:a16="http://schemas.microsoft.com/office/drawing/2014/main" id="{3615C024-69BF-490A-A5F7-2026464002CE}"/>
              </a:ext>
            </a:extLst>
          </p:cNvPr>
          <p:cNvSpPr>
            <a:spLocks noChangeAspect="1"/>
          </p:cNvSpPr>
          <p:nvPr/>
        </p:nvSpPr>
        <p:spPr>
          <a:xfrm>
            <a:off x="10510982" y="25915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3" name="斜め縞 132">
            <a:extLst>
              <a:ext uri="{FF2B5EF4-FFF2-40B4-BE49-F238E27FC236}">
                <a16:creationId xmlns="" xmlns:a16="http://schemas.microsoft.com/office/drawing/2014/main" id="{41EC5DE9-FFDB-449D-B0FF-D6B451CF6275}"/>
              </a:ext>
            </a:extLst>
          </p:cNvPr>
          <p:cNvSpPr>
            <a:spLocks noChangeAspect="1"/>
          </p:cNvSpPr>
          <p:nvPr/>
        </p:nvSpPr>
        <p:spPr>
          <a:xfrm>
            <a:off x="9596581" y="35059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4" name="斜め縞 133">
            <a:extLst>
              <a:ext uri="{FF2B5EF4-FFF2-40B4-BE49-F238E27FC236}">
                <a16:creationId xmlns="" xmlns:a16="http://schemas.microsoft.com/office/drawing/2014/main" id="{48BFCE1F-ED67-4377-8FFF-6E564868CC06}"/>
              </a:ext>
            </a:extLst>
          </p:cNvPr>
          <p:cNvSpPr>
            <a:spLocks noChangeAspect="1"/>
          </p:cNvSpPr>
          <p:nvPr/>
        </p:nvSpPr>
        <p:spPr>
          <a:xfrm>
            <a:off x="10510982" y="25915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6" name="斜め縞 135">
            <a:extLst>
              <a:ext uri="{FF2B5EF4-FFF2-40B4-BE49-F238E27FC236}">
                <a16:creationId xmlns="" xmlns:a16="http://schemas.microsoft.com/office/drawing/2014/main" id="{2B3B074C-CC94-49C9-A094-7588054958D5}"/>
              </a:ext>
            </a:extLst>
          </p:cNvPr>
          <p:cNvSpPr>
            <a:spLocks noChangeAspect="1"/>
          </p:cNvSpPr>
          <p:nvPr/>
        </p:nvSpPr>
        <p:spPr>
          <a:xfrm>
            <a:off x="11425380" y="167712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9" name="斜め縞 138">
            <a:extLst>
              <a:ext uri="{FF2B5EF4-FFF2-40B4-BE49-F238E27FC236}">
                <a16:creationId xmlns="" xmlns:a16="http://schemas.microsoft.com/office/drawing/2014/main" id="{E5CA83C4-FBDD-4B9D-BA82-71703945653B}"/>
              </a:ext>
            </a:extLst>
          </p:cNvPr>
          <p:cNvSpPr>
            <a:spLocks noChangeAspect="1"/>
          </p:cNvSpPr>
          <p:nvPr/>
        </p:nvSpPr>
        <p:spPr>
          <a:xfrm>
            <a:off x="9744364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0" name="斜め縞 139">
            <a:extLst>
              <a:ext uri="{FF2B5EF4-FFF2-40B4-BE49-F238E27FC236}">
                <a16:creationId xmlns="" xmlns:a16="http://schemas.microsoft.com/office/drawing/2014/main" id="{56DCE4C5-C3CD-4A88-B77F-0F2D64711CFA}"/>
              </a:ext>
            </a:extLst>
          </p:cNvPr>
          <p:cNvSpPr>
            <a:spLocks noChangeAspect="1"/>
          </p:cNvSpPr>
          <p:nvPr/>
        </p:nvSpPr>
        <p:spPr>
          <a:xfrm>
            <a:off x="8829963" y="62270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1" name="斜め縞 140">
            <a:extLst>
              <a:ext uri="{FF2B5EF4-FFF2-40B4-BE49-F238E27FC236}">
                <a16:creationId xmlns="" xmlns:a16="http://schemas.microsoft.com/office/drawing/2014/main" id="{CD38D76A-3775-48C8-9542-87B97D435D62}"/>
              </a:ext>
            </a:extLst>
          </p:cNvPr>
          <p:cNvSpPr>
            <a:spLocks noChangeAspect="1"/>
          </p:cNvSpPr>
          <p:nvPr/>
        </p:nvSpPr>
        <p:spPr>
          <a:xfrm>
            <a:off x="9744362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2" name="斜め縞 141">
            <a:extLst>
              <a:ext uri="{FF2B5EF4-FFF2-40B4-BE49-F238E27FC236}">
                <a16:creationId xmlns="" xmlns:a16="http://schemas.microsoft.com/office/drawing/2014/main" id="{8EAA5298-77BF-4C24-B78E-20E3B33C80AE}"/>
              </a:ext>
            </a:extLst>
          </p:cNvPr>
          <p:cNvSpPr>
            <a:spLocks noChangeAspect="1"/>
          </p:cNvSpPr>
          <p:nvPr/>
        </p:nvSpPr>
        <p:spPr>
          <a:xfrm>
            <a:off x="11573163" y="34838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3" name="斜め縞 142">
            <a:extLst>
              <a:ext uri="{FF2B5EF4-FFF2-40B4-BE49-F238E27FC236}">
                <a16:creationId xmlns="" xmlns:a16="http://schemas.microsoft.com/office/drawing/2014/main" id="{47B384AC-A6B7-4878-B466-03BBB3BDD528}"/>
              </a:ext>
            </a:extLst>
          </p:cNvPr>
          <p:cNvSpPr>
            <a:spLocks noChangeAspect="1"/>
          </p:cNvSpPr>
          <p:nvPr/>
        </p:nvSpPr>
        <p:spPr>
          <a:xfrm>
            <a:off x="10658762" y="43982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4" name="斜め縞 143">
            <a:extLst>
              <a:ext uri="{FF2B5EF4-FFF2-40B4-BE49-F238E27FC236}">
                <a16:creationId xmlns="" xmlns:a16="http://schemas.microsoft.com/office/drawing/2014/main" id="{511103C8-58AB-43D8-B2CB-55CB699CED32}"/>
              </a:ext>
            </a:extLst>
          </p:cNvPr>
          <p:cNvSpPr>
            <a:spLocks noChangeAspect="1"/>
          </p:cNvSpPr>
          <p:nvPr/>
        </p:nvSpPr>
        <p:spPr>
          <a:xfrm>
            <a:off x="11573163" y="34838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8" name="斜め縞 147">
            <a:extLst>
              <a:ext uri="{FF2B5EF4-FFF2-40B4-BE49-F238E27FC236}">
                <a16:creationId xmlns="" xmlns:a16="http://schemas.microsoft.com/office/drawing/2014/main" id="{12AF86AF-C5E6-427E-830E-A4941D55F74D}"/>
              </a:ext>
            </a:extLst>
          </p:cNvPr>
          <p:cNvSpPr>
            <a:spLocks noChangeAspect="1"/>
          </p:cNvSpPr>
          <p:nvPr/>
        </p:nvSpPr>
        <p:spPr>
          <a:xfrm rot="10800000">
            <a:off x="10735009" y="529062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57E5EFE6-347E-4944-B830-78224773D65A}"/>
              </a:ext>
            </a:extLst>
          </p:cNvPr>
          <p:cNvSpPr>
            <a:spLocks/>
          </p:cNvSpPr>
          <p:nvPr/>
        </p:nvSpPr>
        <p:spPr>
          <a:xfrm>
            <a:off x="766620" y="762723"/>
            <a:ext cx="10658763" cy="5332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0" y="15132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900" dirty="0">
                <a:solidFill>
                  <a:srgbClr val="FF0000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セーブデータを消去します。よろしいですか</a:t>
            </a:r>
            <a:endParaRPr lang="ja-JP" altLang="en-US" sz="3900" dirty="0">
              <a:solidFill>
                <a:srgbClr val="FF0000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-2" y="302876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いいえ　　　　　はい</a:t>
            </a:r>
            <a:endParaRPr lang="ja-JP" altLang="en-US" sz="4800" dirty="0"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6427709" y="3840589"/>
            <a:ext cx="4709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5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エンターキー</a:t>
            </a:r>
            <a:endParaRPr lang="ja-JP" altLang="en-US" sz="5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2039192" y="3754212"/>
            <a:ext cx="4056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5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R</a:t>
            </a:r>
            <a:r>
              <a:rPr lang="ja-JP" altLang="en-US" sz="54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キー</a:t>
            </a:r>
            <a:endParaRPr lang="ja-JP" altLang="en-US" sz="54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506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レーム 5">
            <a:extLst>
              <a:ext uri="{FF2B5EF4-FFF2-40B4-BE49-F238E27FC236}">
                <a16:creationId xmlns="" xmlns:a16="http://schemas.microsoft.com/office/drawing/2014/main" id="{B96DE60D-3802-4E40-A0B6-2D79BD1F9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12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レーム 4">
            <a:extLst>
              <a:ext uri="{FF2B5EF4-FFF2-40B4-BE49-F238E27FC236}">
                <a16:creationId xmlns="" xmlns:a16="http://schemas.microsoft.com/office/drawing/2014/main" id="{F56F4D2A-0F9B-437D-98FD-DB281DCC2374}"/>
              </a:ext>
            </a:extLst>
          </p:cNvPr>
          <p:cNvSpPr/>
          <p:nvPr/>
        </p:nvSpPr>
        <p:spPr>
          <a:xfrm>
            <a:off x="0" y="-10"/>
            <a:ext cx="12192000" cy="6873000"/>
          </a:xfrm>
          <a:prstGeom prst="frame">
            <a:avLst>
              <a:gd name="adj1" fmla="val 978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斜め縞 6">
            <a:extLst>
              <a:ext uri="{FF2B5EF4-FFF2-40B4-BE49-F238E27FC236}">
                <a16:creationId xmlns="" xmlns:a16="http://schemas.microsoft.com/office/drawing/2014/main" id="{F5637F69-17D3-48F1-919D-26C57263F645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" name="斜め縞 9">
            <a:extLst>
              <a:ext uri="{FF2B5EF4-FFF2-40B4-BE49-F238E27FC236}">
                <a16:creationId xmlns="" xmlns:a16="http://schemas.microsoft.com/office/drawing/2014/main" id="{8D39A06C-25FA-40A6-83C9-12A567A4326A}"/>
              </a:ext>
            </a:extLst>
          </p:cNvPr>
          <p:cNvSpPr>
            <a:spLocks noChangeAspect="1"/>
          </p:cNvSpPr>
          <p:nvPr/>
        </p:nvSpPr>
        <p:spPr>
          <a:xfrm>
            <a:off x="-1" y="182880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" name="斜め縞 10">
            <a:extLst>
              <a:ext uri="{FF2B5EF4-FFF2-40B4-BE49-F238E27FC236}">
                <a16:creationId xmlns="" xmlns:a16="http://schemas.microsoft.com/office/drawing/2014/main" id="{BFF92C62-2613-4DCC-848C-B694454A67FC}"/>
              </a:ext>
            </a:extLst>
          </p:cNvPr>
          <p:cNvSpPr>
            <a:spLocks noChangeAspect="1"/>
          </p:cNvSpPr>
          <p:nvPr/>
        </p:nvSpPr>
        <p:spPr>
          <a:xfrm>
            <a:off x="1828801" y="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" name="斜め縞 11">
            <a:extLst>
              <a:ext uri="{FF2B5EF4-FFF2-40B4-BE49-F238E27FC236}">
                <a16:creationId xmlns="" xmlns:a16="http://schemas.microsoft.com/office/drawing/2014/main" id="{06DFC881-51CE-4E8F-BB37-53F63E931DDC}"/>
              </a:ext>
            </a:extLst>
          </p:cNvPr>
          <p:cNvSpPr>
            <a:spLocks noChangeAspect="1"/>
          </p:cNvSpPr>
          <p:nvPr/>
        </p:nvSpPr>
        <p:spPr>
          <a:xfrm>
            <a:off x="914400" y="914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斜め縞 13">
            <a:extLst>
              <a:ext uri="{FF2B5EF4-FFF2-40B4-BE49-F238E27FC236}">
                <a16:creationId xmlns="" xmlns:a16="http://schemas.microsoft.com/office/drawing/2014/main" id="{5B9CFC53-AC59-411F-A72F-672512E5906E}"/>
              </a:ext>
            </a:extLst>
          </p:cNvPr>
          <p:cNvSpPr>
            <a:spLocks noChangeAspect="1"/>
          </p:cNvSpPr>
          <p:nvPr/>
        </p:nvSpPr>
        <p:spPr>
          <a:xfrm>
            <a:off x="2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5" name="斜め縞 14">
            <a:extLst>
              <a:ext uri="{FF2B5EF4-FFF2-40B4-BE49-F238E27FC236}">
                <a16:creationId xmlns="" xmlns:a16="http://schemas.microsoft.com/office/drawing/2014/main" id="{45DA5543-8D19-4DC0-AF7A-60817C502870}"/>
              </a:ext>
            </a:extLst>
          </p:cNvPr>
          <p:cNvSpPr>
            <a:spLocks noChangeAspect="1"/>
          </p:cNvSpPr>
          <p:nvPr/>
        </p:nvSpPr>
        <p:spPr>
          <a:xfrm>
            <a:off x="1828803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6" name="斜め縞 15">
            <a:extLst>
              <a:ext uri="{FF2B5EF4-FFF2-40B4-BE49-F238E27FC236}">
                <a16:creationId xmlns="" xmlns:a16="http://schemas.microsoft.com/office/drawing/2014/main" id="{D58C6D79-0560-415A-930F-82876DED6871}"/>
              </a:ext>
            </a:extLst>
          </p:cNvPr>
          <p:cNvSpPr>
            <a:spLocks noChangeAspect="1"/>
          </p:cNvSpPr>
          <p:nvPr/>
        </p:nvSpPr>
        <p:spPr>
          <a:xfrm>
            <a:off x="914402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8" name="斜め縞 17">
            <a:extLst>
              <a:ext uri="{FF2B5EF4-FFF2-40B4-BE49-F238E27FC236}">
                <a16:creationId xmlns="" xmlns:a16="http://schemas.microsoft.com/office/drawing/2014/main" id="{1DAE5794-6716-4579-B21E-4E49AC5A59A4}"/>
              </a:ext>
            </a:extLst>
          </p:cNvPr>
          <p:cNvSpPr>
            <a:spLocks noChangeAspect="1"/>
          </p:cNvSpPr>
          <p:nvPr/>
        </p:nvSpPr>
        <p:spPr>
          <a:xfrm>
            <a:off x="1828801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9" name="斜め縞 18">
            <a:extLst>
              <a:ext uri="{FF2B5EF4-FFF2-40B4-BE49-F238E27FC236}">
                <a16:creationId xmlns="" xmlns:a16="http://schemas.microsoft.com/office/drawing/2014/main" id="{9A3CC7A0-2F6F-4322-8D89-3ED23F908F7C}"/>
              </a:ext>
            </a:extLst>
          </p:cNvPr>
          <p:cNvSpPr>
            <a:spLocks noChangeAspect="1"/>
          </p:cNvSpPr>
          <p:nvPr/>
        </p:nvSpPr>
        <p:spPr>
          <a:xfrm>
            <a:off x="3657602" y="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斜め縞 19">
            <a:extLst>
              <a:ext uri="{FF2B5EF4-FFF2-40B4-BE49-F238E27FC236}">
                <a16:creationId xmlns="" xmlns:a16="http://schemas.microsoft.com/office/drawing/2014/main" id="{14476A1C-88E4-437B-A2EC-A4F28C6E3640}"/>
              </a:ext>
            </a:extLst>
          </p:cNvPr>
          <p:cNvSpPr>
            <a:spLocks noChangeAspect="1"/>
          </p:cNvSpPr>
          <p:nvPr/>
        </p:nvSpPr>
        <p:spPr>
          <a:xfrm>
            <a:off x="2743201" y="9144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1" name="斜め縞 30">
            <a:extLst>
              <a:ext uri="{FF2B5EF4-FFF2-40B4-BE49-F238E27FC236}">
                <a16:creationId xmlns="" xmlns:a16="http://schemas.microsoft.com/office/drawing/2014/main" id="{CD104AE0-58C9-48AF-AE13-DB3800AD85E1}"/>
              </a:ext>
            </a:extLst>
          </p:cNvPr>
          <p:cNvSpPr>
            <a:spLocks noChangeAspect="1"/>
          </p:cNvSpPr>
          <p:nvPr/>
        </p:nvSpPr>
        <p:spPr>
          <a:xfrm>
            <a:off x="2" y="54864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2" name="斜め縞 31">
            <a:extLst>
              <a:ext uri="{FF2B5EF4-FFF2-40B4-BE49-F238E27FC236}">
                <a16:creationId xmlns="" xmlns:a16="http://schemas.microsoft.com/office/drawing/2014/main" id="{B106958E-D9E3-4830-9AB0-40F3699A0FE6}"/>
              </a:ext>
            </a:extLst>
          </p:cNvPr>
          <p:cNvSpPr>
            <a:spLocks noChangeAspect="1"/>
          </p:cNvSpPr>
          <p:nvPr/>
        </p:nvSpPr>
        <p:spPr>
          <a:xfrm>
            <a:off x="1828803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3" name="斜め縞 32">
            <a:extLst>
              <a:ext uri="{FF2B5EF4-FFF2-40B4-BE49-F238E27FC236}">
                <a16:creationId xmlns="" xmlns:a16="http://schemas.microsoft.com/office/drawing/2014/main" id="{2DFE26CA-CCC2-4A24-B04F-E53B03D32A69}"/>
              </a:ext>
            </a:extLst>
          </p:cNvPr>
          <p:cNvSpPr>
            <a:spLocks noChangeAspect="1"/>
          </p:cNvSpPr>
          <p:nvPr/>
        </p:nvSpPr>
        <p:spPr>
          <a:xfrm>
            <a:off x="914402" y="45720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4" name="斜め縞 33">
            <a:extLst>
              <a:ext uri="{FF2B5EF4-FFF2-40B4-BE49-F238E27FC236}">
                <a16:creationId xmlns="" xmlns:a16="http://schemas.microsoft.com/office/drawing/2014/main" id="{E65A9004-DD5E-4B64-8272-2F3EED660F95}"/>
              </a:ext>
            </a:extLst>
          </p:cNvPr>
          <p:cNvSpPr>
            <a:spLocks noChangeAspect="1"/>
          </p:cNvSpPr>
          <p:nvPr/>
        </p:nvSpPr>
        <p:spPr>
          <a:xfrm>
            <a:off x="1828801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5" name="斜め縞 34">
            <a:extLst>
              <a:ext uri="{FF2B5EF4-FFF2-40B4-BE49-F238E27FC236}">
                <a16:creationId xmlns="" xmlns:a16="http://schemas.microsoft.com/office/drawing/2014/main" id="{11EC662C-A093-42CC-8CDC-DE6980BC781F}"/>
              </a:ext>
            </a:extLst>
          </p:cNvPr>
          <p:cNvSpPr>
            <a:spLocks noChangeAspect="1"/>
          </p:cNvSpPr>
          <p:nvPr/>
        </p:nvSpPr>
        <p:spPr>
          <a:xfrm>
            <a:off x="3657602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6" name="斜め縞 35">
            <a:extLst>
              <a:ext uri="{FF2B5EF4-FFF2-40B4-BE49-F238E27FC236}">
                <a16:creationId xmlns="" xmlns:a16="http://schemas.microsoft.com/office/drawing/2014/main" id="{469365FD-962D-432A-8B4B-7CAAD308E5A6}"/>
              </a:ext>
            </a:extLst>
          </p:cNvPr>
          <p:cNvSpPr>
            <a:spLocks noChangeAspect="1"/>
          </p:cNvSpPr>
          <p:nvPr/>
        </p:nvSpPr>
        <p:spPr>
          <a:xfrm>
            <a:off x="2743201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8" name="斜め縞 37">
            <a:extLst>
              <a:ext uri="{FF2B5EF4-FFF2-40B4-BE49-F238E27FC236}">
                <a16:creationId xmlns="" xmlns:a16="http://schemas.microsoft.com/office/drawing/2014/main" id="{09D5A57B-82A6-49F7-80D3-721A2F29C505}"/>
              </a:ext>
            </a:extLst>
          </p:cNvPr>
          <p:cNvSpPr>
            <a:spLocks noChangeAspect="1"/>
          </p:cNvSpPr>
          <p:nvPr/>
        </p:nvSpPr>
        <p:spPr>
          <a:xfrm>
            <a:off x="3657602" y="18288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1" name="斜め縞 40">
            <a:extLst>
              <a:ext uri="{FF2B5EF4-FFF2-40B4-BE49-F238E27FC236}">
                <a16:creationId xmlns="" xmlns:a16="http://schemas.microsoft.com/office/drawing/2014/main" id="{755E9995-2631-4DE8-A865-C6E8FEFA87C9}"/>
              </a:ext>
            </a:extLst>
          </p:cNvPr>
          <p:cNvSpPr>
            <a:spLocks noChangeAspect="1"/>
          </p:cNvSpPr>
          <p:nvPr/>
        </p:nvSpPr>
        <p:spPr>
          <a:xfrm>
            <a:off x="548640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2" name="斜め縞 41">
            <a:extLst>
              <a:ext uri="{FF2B5EF4-FFF2-40B4-BE49-F238E27FC236}">
                <a16:creationId xmlns="" xmlns:a16="http://schemas.microsoft.com/office/drawing/2014/main" id="{8E848547-DB7B-4571-8E65-6D4CF125C77B}"/>
              </a:ext>
            </a:extLst>
          </p:cNvPr>
          <p:cNvSpPr>
            <a:spLocks noChangeAspect="1"/>
          </p:cNvSpPr>
          <p:nvPr/>
        </p:nvSpPr>
        <p:spPr>
          <a:xfrm>
            <a:off x="4572000" y="9143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2" name="斜め縞 61">
            <a:extLst>
              <a:ext uri="{FF2B5EF4-FFF2-40B4-BE49-F238E27FC236}">
                <a16:creationId xmlns="" xmlns:a16="http://schemas.microsoft.com/office/drawing/2014/main" id="{C079BE89-275D-4145-88C5-FF9150316B6C}"/>
              </a:ext>
            </a:extLst>
          </p:cNvPr>
          <p:cNvSpPr>
            <a:spLocks noChangeAspect="1"/>
          </p:cNvSpPr>
          <p:nvPr/>
        </p:nvSpPr>
        <p:spPr>
          <a:xfrm>
            <a:off x="1887964" y="5486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3" name="斜め縞 62">
            <a:extLst>
              <a:ext uri="{FF2B5EF4-FFF2-40B4-BE49-F238E27FC236}">
                <a16:creationId xmlns="" xmlns:a16="http://schemas.microsoft.com/office/drawing/2014/main" id="{7E15469B-48B9-49EC-8CC1-21DE3C6FDD17}"/>
              </a:ext>
            </a:extLst>
          </p:cNvPr>
          <p:cNvSpPr>
            <a:spLocks noChangeAspect="1"/>
          </p:cNvSpPr>
          <p:nvPr/>
        </p:nvSpPr>
        <p:spPr>
          <a:xfrm>
            <a:off x="3716765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4" name="斜め縞 63">
            <a:extLst>
              <a:ext uri="{FF2B5EF4-FFF2-40B4-BE49-F238E27FC236}">
                <a16:creationId xmlns="" xmlns:a16="http://schemas.microsoft.com/office/drawing/2014/main" id="{7C42D055-D439-477E-A528-1A0B07B08797}"/>
              </a:ext>
            </a:extLst>
          </p:cNvPr>
          <p:cNvSpPr>
            <a:spLocks noChangeAspect="1"/>
          </p:cNvSpPr>
          <p:nvPr/>
        </p:nvSpPr>
        <p:spPr>
          <a:xfrm>
            <a:off x="2802364" y="45719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5" name="斜め縞 64">
            <a:extLst>
              <a:ext uri="{FF2B5EF4-FFF2-40B4-BE49-F238E27FC236}">
                <a16:creationId xmlns="" xmlns:a16="http://schemas.microsoft.com/office/drawing/2014/main" id="{EF95460E-1B5F-40B8-B7E9-F991B3556642}"/>
              </a:ext>
            </a:extLst>
          </p:cNvPr>
          <p:cNvSpPr>
            <a:spLocks noChangeAspect="1"/>
          </p:cNvSpPr>
          <p:nvPr/>
        </p:nvSpPr>
        <p:spPr>
          <a:xfrm>
            <a:off x="3716763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6" name="斜め縞 65">
            <a:extLst>
              <a:ext uri="{FF2B5EF4-FFF2-40B4-BE49-F238E27FC236}">
                <a16:creationId xmlns="" xmlns:a16="http://schemas.microsoft.com/office/drawing/2014/main" id="{7CF1533A-D015-46B7-8189-FE85229318A4}"/>
              </a:ext>
            </a:extLst>
          </p:cNvPr>
          <p:cNvSpPr>
            <a:spLocks noChangeAspect="1"/>
          </p:cNvSpPr>
          <p:nvPr/>
        </p:nvSpPr>
        <p:spPr>
          <a:xfrm>
            <a:off x="5545564" y="18288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7" name="斜め縞 66">
            <a:extLst>
              <a:ext uri="{FF2B5EF4-FFF2-40B4-BE49-F238E27FC236}">
                <a16:creationId xmlns="" xmlns:a16="http://schemas.microsoft.com/office/drawing/2014/main" id="{C1051EC0-2D55-4541-857F-048A5346BF1D}"/>
              </a:ext>
            </a:extLst>
          </p:cNvPr>
          <p:cNvSpPr>
            <a:spLocks noChangeAspect="1"/>
          </p:cNvSpPr>
          <p:nvPr/>
        </p:nvSpPr>
        <p:spPr>
          <a:xfrm>
            <a:off x="4631163" y="285863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8" name="斜め縞 67">
            <a:extLst>
              <a:ext uri="{FF2B5EF4-FFF2-40B4-BE49-F238E27FC236}">
                <a16:creationId xmlns="" xmlns:a16="http://schemas.microsoft.com/office/drawing/2014/main" id="{8C9632F0-DF14-4BEF-8E50-5ECA2A23B3AD}"/>
              </a:ext>
            </a:extLst>
          </p:cNvPr>
          <p:cNvSpPr>
            <a:spLocks noChangeAspect="1"/>
          </p:cNvSpPr>
          <p:nvPr/>
        </p:nvSpPr>
        <p:spPr>
          <a:xfrm>
            <a:off x="5545564" y="1828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9" name="斜め縞 68">
            <a:extLst>
              <a:ext uri="{FF2B5EF4-FFF2-40B4-BE49-F238E27FC236}">
                <a16:creationId xmlns="" xmlns:a16="http://schemas.microsoft.com/office/drawing/2014/main" id="{4969ABFC-9D30-4653-B2C3-8DE383B7E3C0}"/>
              </a:ext>
            </a:extLst>
          </p:cNvPr>
          <p:cNvSpPr>
            <a:spLocks noChangeAspect="1"/>
          </p:cNvSpPr>
          <p:nvPr/>
        </p:nvSpPr>
        <p:spPr>
          <a:xfrm>
            <a:off x="7374363" y="-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0" name="斜め縞 69">
            <a:extLst>
              <a:ext uri="{FF2B5EF4-FFF2-40B4-BE49-F238E27FC236}">
                <a16:creationId xmlns="" xmlns:a16="http://schemas.microsoft.com/office/drawing/2014/main" id="{8C43A38A-2EAC-48FE-AE79-83D8DD6B49D5}"/>
              </a:ext>
            </a:extLst>
          </p:cNvPr>
          <p:cNvSpPr>
            <a:spLocks noChangeAspect="1"/>
          </p:cNvSpPr>
          <p:nvPr/>
        </p:nvSpPr>
        <p:spPr>
          <a:xfrm>
            <a:off x="6459962" y="91439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1" name="斜め縞 70">
            <a:extLst>
              <a:ext uri="{FF2B5EF4-FFF2-40B4-BE49-F238E27FC236}">
                <a16:creationId xmlns="" xmlns:a16="http://schemas.microsoft.com/office/drawing/2014/main" id="{00BDB737-45D5-4910-90A9-4D5ADD8F2D8E}"/>
              </a:ext>
            </a:extLst>
          </p:cNvPr>
          <p:cNvSpPr>
            <a:spLocks noChangeAspect="1"/>
          </p:cNvSpPr>
          <p:nvPr/>
        </p:nvSpPr>
        <p:spPr>
          <a:xfrm>
            <a:off x="971254" y="6400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斜め縞 96">
            <a:extLst>
              <a:ext uri="{FF2B5EF4-FFF2-40B4-BE49-F238E27FC236}">
                <a16:creationId xmlns="" xmlns:a16="http://schemas.microsoft.com/office/drawing/2014/main" id="{10A20F70-8F8E-49DD-9738-75C92651DD49}"/>
              </a:ext>
            </a:extLst>
          </p:cNvPr>
          <p:cNvSpPr>
            <a:spLocks noChangeAspect="1"/>
          </p:cNvSpPr>
          <p:nvPr/>
        </p:nvSpPr>
        <p:spPr>
          <a:xfrm>
            <a:off x="3756366" y="54863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8" name="斜め縞 97">
            <a:extLst>
              <a:ext uri="{FF2B5EF4-FFF2-40B4-BE49-F238E27FC236}">
                <a16:creationId xmlns="" xmlns:a16="http://schemas.microsoft.com/office/drawing/2014/main" id="{FF21EE41-444D-4B1B-BF96-884F1C1E06EF}"/>
              </a:ext>
            </a:extLst>
          </p:cNvPr>
          <p:cNvSpPr>
            <a:spLocks noChangeAspect="1"/>
          </p:cNvSpPr>
          <p:nvPr/>
        </p:nvSpPr>
        <p:spPr>
          <a:xfrm>
            <a:off x="5585167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9" name="斜め縞 98">
            <a:extLst>
              <a:ext uri="{FF2B5EF4-FFF2-40B4-BE49-F238E27FC236}">
                <a16:creationId xmlns="" xmlns:a16="http://schemas.microsoft.com/office/drawing/2014/main" id="{274E98DB-AAB0-4515-BBBA-BF17EBDF5EE1}"/>
              </a:ext>
            </a:extLst>
          </p:cNvPr>
          <p:cNvSpPr>
            <a:spLocks noChangeAspect="1"/>
          </p:cNvSpPr>
          <p:nvPr/>
        </p:nvSpPr>
        <p:spPr>
          <a:xfrm>
            <a:off x="4670766" y="45719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0" name="斜め縞 99">
            <a:extLst>
              <a:ext uri="{FF2B5EF4-FFF2-40B4-BE49-F238E27FC236}">
                <a16:creationId xmlns="" xmlns:a16="http://schemas.microsoft.com/office/drawing/2014/main" id="{92292505-2A61-47D2-832D-0B204C9EFF4D}"/>
              </a:ext>
            </a:extLst>
          </p:cNvPr>
          <p:cNvSpPr>
            <a:spLocks noChangeAspect="1"/>
          </p:cNvSpPr>
          <p:nvPr/>
        </p:nvSpPr>
        <p:spPr>
          <a:xfrm>
            <a:off x="5585165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1" name="斜め縞 100">
            <a:extLst>
              <a:ext uri="{FF2B5EF4-FFF2-40B4-BE49-F238E27FC236}">
                <a16:creationId xmlns="" xmlns:a16="http://schemas.microsoft.com/office/drawing/2014/main" id="{45DF1669-CADD-4AC7-BD75-7A9F9F9489D6}"/>
              </a:ext>
            </a:extLst>
          </p:cNvPr>
          <p:cNvSpPr>
            <a:spLocks noChangeAspect="1"/>
          </p:cNvSpPr>
          <p:nvPr/>
        </p:nvSpPr>
        <p:spPr>
          <a:xfrm>
            <a:off x="7413966" y="18287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2" name="斜め縞 101">
            <a:extLst>
              <a:ext uri="{FF2B5EF4-FFF2-40B4-BE49-F238E27FC236}">
                <a16:creationId xmlns="" xmlns:a16="http://schemas.microsoft.com/office/drawing/2014/main" id="{E61201B5-1591-4EE9-B150-BFA693895A11}"/>
              </a:ext>
            </a:extLst>
          </p:cNvPr>
          <p:cNvSpPr>
            <a:spLocks noChangeAspect="1"/>
          </p:cNvSpPr>
          <p:nvPr/>
        </p:nvSpPr>
        <p:spPr>
          <a:xfrm>
            <a:off x="6499565" y="285862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3" name="斜め縞 102">
            <a:extLst>
              <a:ext uri="{FF2B5EF4-FFF2-40B4-BE49-F238E27FC236}">
                <a16:creationId xmlns="" xmlns:a16="http://schemas.microsoft.com/office/drawing/2014/main" id="{3A57C5B1-7188-4494-B367-DCCFF616FE3B}"/>
              </a:ext>
            </a:extLst>
          </p:cNvPr>
          <p:cNvSpPr>
            <a:spLocks noChangeAspect="1"/>
          </p:cNvSpPr>
          <p:nvPr/>
        </p:nvSpPr>
        <p:spPr>
          <a:xfrm>
            <a:off x="7413966" y="1828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4" name="斜め縞 103">
            <a:extLst>
              <a:ext uri="{FF2B5EF4-FFF2-40B4-BE49-F238E27FC236}">
                <a16:creationId xmlns="" xmlns:a16="http://schemas.microsoft.com/office/drawing/2014/main" id="{EDAF28C9-A9FA-4FF2-B72D-031BC2F29F1C}"/>
              </a:ext>
            </a:extLst>
          </p:cNvPr>
          <p:cNvSpPr>
            <a:spLocks noChangeAspect="1"/>
          </p:cNvSpPr>
          <p:nvPr/>
        </p:nvSpPr>
        <p:spPr>
          <a:xfrm>
            <a:off x="9242765" y="-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5" name="斜め縞 104">
            <a:extLst>
              <a:ext uri="{FF2B5EF4-FFF2-40B4-BE49-F238E27FC236}">
                <a16:creationId xmlns="" xmlns:a16="http://schemas.microsoft.com/office/drawing/2014/main" id="{D893A36A-7B5C-421D-B9BE-648067619403}"/>
              </a:ext>
            </a:extLst>
          </p:cNvPr>
          <p:cNvSpPr>
            <a:spLocks noChangeAspect="1"/>
          </p:cNvSpPr>
          <p:nvPr/>
        </p:nvSpPr>
        <p:spPr>
          <a:xfrm>
            <a:off x="8328364" y="91439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6" name="斜め縞 105">
            <a:extLst>
              <a:ext uri="{FF2B5EF4-FFF2-40B4-BE49-F238E27FC236}">
                <a16:creationId xmlns="" xmlns:a16="http://schemas.microsoft.com/office/drawing/2014/main" id="{220621A3-304E-48B6-A0A7-E90A4444C13C}"/>
              </a:ext>
            </a:extLst>
          </p:cNvPr>
          <p:cNvSpPr>
            <a:spLocks noChangeAspect="1"/>
          </p:cNvSpPr>
          <p:nvPr/>
        </p:nvSpPr>
        <p:spPr>
          <a:xfrm>
            <a:off x="2844394" y="6400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8" name="斜め縞 107">
            <a:extLst>
              <a:ext uri="{FF2B5EF4-FFF2-40B4-BE49-F238E27FC236}">
                <a16:creationId xmlns="" xmlns:a16="http://schemas.microsoft.com/office/drawing/2014/main" id="{1CB7302B-5613-4CB8-A926-E8A812EFFFCE}"/>
              </a:ext>
            </a:extLst>
          </p:cNvPr>
          <p:cNvSpPr>
            <a:spLocks noChangeAspect="1"/>
          </p:cNvSpPr>
          <p:nvPr/>
        </p:nvSpPr>
        <p:spPr>
          <a:xfrm>
            <a:off x="5674579" y="54863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9" name="斜め縞 108">
            <a:extLst>
              <a:ext uri="{FF2B5EF4-FFF2-40B4-BE49-F238E27FC236}">
                <a16:creationId xmlns="" xmlns:a16="http://schemas.microsoft.com/office/drawing/2014/main" id="{F2C7892D-5D6F-40D8-88A7-15C23F4C6CF3}"/>
              </a:ext>
            </a:extLst>
          </p:cNvPr>
          <p:cNvSpPr>
            <a:spLocks noChangeAspect="1"/>
          </p:cNvSpPr>
          <p:nvPr/>
        </p:nvSpPr>
        <p:spPr>
          <a:xfrm>
            <a:off x="7503380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0" name="斜め縞 109">
            <a:extLst>
              <a:ext uri="{FF2B5EF4-FFF2-40B4-BE49-F238E27FC236}">
                <a16:creationId xmlns="" xmlns:a16="http://schemas.microsoft.com/office/drawing/2014/main" id="{66AFC0C4-DA7D-434C-BC27-532521AC9174}"/>
              </a:ext>
            </a:extLst>
          </p:cNvPr>
          <p:cNvSpPr>
            <a:spLocks noChangeAspect="1"/>
          </p:cNvSpPr>
          <p:nvPr/>
        </p:nvSpPr>
        <p:spPr>
          <a:xfrm>
            <a:off x="6588979" y="45719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1" name="斜め縞 110">
            <a:extLst>
              <a:ext uri="{FF2B5EF4-FFF2-40B4-BE49-F238E27FC236}">
                <a16:creationId xmlns="" xmlns:a16="http://schemas.microsoft.com/office/drawing/2014/main" id="{54C7036B-7128-4BA0-886D-70EDAF187BFE}"/>
              </a:ext>
            </a:extLst>
          </p:cNvPr>
          <p:cNvSpPr>
            <a:spLocks noChangeAspect="1"/>
          </p:cNvSpPr>
          <p:nvPr/>
        </p:nvSpPr>
        <p:spPr>
          <a:xfrm>
            <a:off x="7503378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2" name="斜め縞 111">
            <a:extLst>
              <a:ext uri="{FF2B5EF4-FFF2-40B4-BE49-F238E27FC236}">
                <a16:creationId xmlns="" xmlns:a16="http://schemas.microsoft.com/office/drawing/2014/main" id="{48E05FCC-C886-4A1B-A9A1-80CDFDE90D68}"/>
              </a:ext>
            </a:extLst>
          </p:cNvPr>
          <p:cNvSpPr>
            <a:spLocks noChangeAspect="1"/>
          </p:cNvSpPr>
          <p:nvPr/>
        </p:nvSpPr>
        <p:spPr>
          <a:xfrm>
            <a:off x="9332179" y="18287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3" name="斜め縞 112">
            <a:extLst>
              <a:ext uri="{FF2B5EF4-FFF2-40B4-BE49-F238E27FC236}">
                <a16:creationId xmlns="" xmlns:a16="http://schemas.microsoft.com/office/drawing/2014/main" id="{561AF290-C558-4B78-ADD3-A71B234EDCA7}"/>
              </a:ext>
            </a:extLst>
          </p:cNvPr>
          <p:cNvSpPr>
            <a:spLocks noChangeAspect="1"/>
          </p:cNvSpPr>
          <p:nvPr/>
        </p:nvSpPr>
        <p:spPr>
          <a:xfrm>
            <a:off x="8417778" y="28586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4" name="斜め縞 113">
            <a:extLst>
              <a:ext uri="{FF2B5EF4-FFF2-40B4-BE49-F238E27FC236}">
                <a16:creationId xmlns="" xmlns:a16="http://schemas.microsoft.com/office/drawing/2014/main" id="{83E2C327-A7C7-4A70-A026-95D6600C6E65}"/>
              </a:ext>
            </a:extLst>
          </p:cNvPr>
          <p:cNvSpPr>
            <a:spLocks noChangeAspect="1"/>
          </p:cNvSpPr>
          <p:nvPr/>
        </p:nvSpPr>
        <p:spPr>
          <a:xfrm>
            <a:off x="9332179" y="1828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5" name="斜め縞 114">
            <a:extLst>
              <a:ext uri="{FF2B5EF4-FFF2-40B4-BE49-F238E27FC236}">
                <a16:creationId xmlns="" xmlns:a16="http://schemas.microsoft.com/office/drawing/2014/main" id="{E5ED0124-4668-4075-BC6F-0B91C0433898}"/>
              </a:ext>
            </a:extLst>
          </p:cNvPr>
          <p:cNvSpPr>
            <a:spLocks noChangeAspect="1"/>
          </p:cNvSpPr>
          <p:nvPr/>
        </p:nvSpPr>
        <p:spPr>
          <a:xfrm>
            <a:off x="11160978" y="-149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6" name="斜め縞 115">
            <a:extLst>
              <a:ext uri="{FF2B5EF4-FFF2-40B4-BE49-F238E27FC236}">
                <a16:creationId xmlns="" xmlns:a16="http://schemas.microsoft.com/office/drawing/2014/main" id="{66273BA8-4A9C-4130-AC1C-19E2F6A59086}"/>
              </a:ext>
            </a:extLst>
          </p:cNvPr>
          <p:cNvSpPr>
            <a:spLocks noChangeAspect="1"/>
          </p:cNvSpPr>
          <p:nvPr/>
        </p:nvSpPr>
        <p:spPr>
          <a:xfrm>
            <a:off x="10246577" y="91439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7" name="斜め縞 116">
            <a:extLst>
              <a:ext uri="{FF2B5EF4-FFF2-40B4-BE49-F238E27FC236}">
                <a16:creationId xmlns="" xmlns:a16="http://schemas.microsoft.com/office/drawing/2014/main" id="{15182215-4369-4048-8AAF-F8A733B500FE}"/>
              </a:ext>
            </a:extLst>
          </p:cNvPr>
          <p:cNvSpPr>
            <a:spLocks noChangeAspect="1"/>
          </p:cNvSpPr>
          <p:nvPr/>
        </p:nvSpPr>
        <p:spPr>
          <a:xfrm>
            <a:off x="4757869" y="6400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8" name="斜め縞 127">
            <a:extLst>
              <a:ext uri="{FF2B5EF4-FFF2-40B4-BE49-F238E27FC236}">
                <a16:creationId xmlns="" xmlns:a16="http://schemas.microsoft.com/office/drawing/2014/main" id="{64D3062E-432F-4323-AC2D-B8BCD96027E5}"/>
              </a:ext>
            </a:extLst>
          </p:cNvPr>
          <p:cNvSpPr>
            <a:spLocks noChangeAspect="1"/>
          </p:cNvSpPr>
          <p:nvPr/>
        </p:nvSpPr>
        <p:spPr>
          <a:xfrm>
            <a:off x="6853382" y="62491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9" name="斜め縞 128">
            <a:extLst>
              <a:ext uri="{FF2B5EF4-FFF2-40B4-BE49-F238E27FC236}">
                <a16:creationId xmlns="" xmlns:a16="http://schemas.microsoft.com/office/drawing/2014/main" id="{8142FD8F-A34D-4BC4-851E-E62A3CB11779}"/>
              </a:ext>
            </a:extLst>
          </p:cNvPr>
          <p:cNvSpPr>
            <a:spLocks noChangeAspect="1"/>
          </p:cNvSpPr>
          <p:nvPr/>
        </p:nvSpPr>
        <p:spPr>
          <a:xfrm>
            <a:off x="8682183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0" name="斜め縞 129">
            <a:extLst>
              <a:ext uri="{FF2B5EF4-FFF2-40B4-BE49-F238E27FC236}">
                <a16:creationId xmlns="" xmlns:a16="http://schemas.microsoft.com/office/drawing/2014/main" id="{A1B6FEAB-51D6-43B8-A1CB-6133A246028E}"/>
              </a:ext>
            </a:extLst>
          </p:cNvPr>
          <p:cNvSpPr>
            <a:spLocks noChangeAspect="1"/>
          </p:cNvSpPr>
          <p:nvPr/>
        </p:nvSpPr>
        <p:spPr>
          <a:xfrm>
            <a:off x="7767782" y="53347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1" name="斜め縞 130">
            <a:extLst>
              <a:ext uri="{FF2B5EF4-FFF2-40B4-BE49-F238E27FC236}">
                <a16:creationId xmlns="" xmlns:a16="http://schemas.microsoft.com/office/drawing/2014/main" id="{53217FA0-7FC3-477E-A3DF-7A3D5CA902E1}"/>
              </a:ext>
            </a:extLst>
          </p:cNvPr>
          <p:cNvSpPr>
            <a:spLocks noChangeAspect="1"/>
          </p:cNvSpPr>
          <p:nvPr/>
        </p:nvSpPr>
        <p:spPr>
          <a:xfrm>
            <a:off x="8682181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2" name="斜め縞 131">
            <a:extLst>
              <a:ext uri="{FF2B5EF4-FFF2-40B4-BE49-F238E27FC236}">
                <a16:creationId xmlns="" xmlns:a16="http://schemas.microsoft.com/office/drawing/2014/main" id="{3615C024-69BF-490A-A5F7-2026464002CE}"/>
              </a:ext>
            </a:extLst>
          </p:cNvPr>
          <p:cNvSpPr>
            <a:spLocks noChangeAspect="1"/>
          </p:cNvSpPr>
          <p:nvPr/>
        </p:nvSpPr>
        <p:spPr>
          <a:xfrm>
            <a:off x="10510982" y="25915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3" name="斜め縞 132">
            <a:extLst>
              <a:ext uri="{FF2B5EF4-FFF2-40B4-BE49-F238E27FC236}">
                <a16:creationId xmlns="" xmlns:a16="http://schemas.microsoft.com/office/drawing/2014/main" id="{41EC5DE9-FFDB-449D-B0FF-D6B451CF6275}"/>
              </a:ext>
            </a:extLst>
          </p:cNvPr>
          <p:cNvSpPr>
            <a:spLocks noChangeAspect="1"/>
          </p:cNvSpPr>
          <p:nvPr/>
        </p:nvSpPr>
        <p:spPr>
          <a:xfrm>
            <a:off x="9596581" y="35059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4" name="斜め縞 133">
            <a:extLst>
              <a:ext uri="{FF2B5EF4-FFF2-40B4-BE49-F238E27FC236}">
                <a16:creationId xmlns="" xmlns:a16="http://schemas.microsoft.com/office/drawing/2014/main" id="{48BFCE1F-ED67-4377-8FFF-6E564868CC06}"/>
              </a:ext>
            </a:extLst>
          </p:cNvPr>
          <p:cNvSpPr>
            <a:spLocks noChangeAspect="1"/>
          </p:cNvSpPr>
          <p:nvPr/>
        </p:nvSpPr>
        <p:spPr>
          <a:xfrm>
            <a:off x="10510982" y="25915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6" name="斜め縞 135">
            <a:extLst>
              <a:ext uri="{FF2B5EF4-FFF2-40B4-BE49-F238E27FC236}">
                <a16:creationId xmlns="" xmlns:a16="http://schemas.microsoft.com/office/drawing/2014/main" id="{2B3B074C-CC94-49C9-A094-7588054958D5}"/>
              </a:ext>
            </a:extLst>
          </p:cNvPr>
          <p:cNvSpPr>
            <a:spLocks noChangeAspect="1"/>
          </p:cNvSpPr>
          <p:nvPr/>
        </p:nvSpPr>
        <p:spPr>
          <a:xfrm>
            <a:off x="11425380" y="167712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9" name="斜め縞 138">
            <a:extLst>
              <a:ext uri="{FF2B5EF4-FFF2-40B4-BE49-F238E27FC236}">
                <a16:creationId xmlns="" xmlns:a16="http://schemas.microsoft.com/office/drawing/2014/main" id="{E5CA83C4-FBDD-4B9D-BA82-71703945653B}"/>
              </a:ext>
            </a:extLst>
          </p:cNvPr>
          <p:cNvSpPr>
            <a:spLocks noChangeAspect="1"/>
          </p:cNvSpPr>
          <p:nvPr/>
        </p:nvSpPr>
        <p:spPr>
          <a:xfrm>
            <a:off x="9744364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0" name="斜め縞 139">
            <a:extLst>
              <a:ext uri="{FF2B5EF4-FFF2-40B4-BE49-F238E27FC236}">
                <a16:creationId xmlns="" xmlns:a16="http://schemas.microsoft.com/office/drawing/2014/main" id="{56DCE4C5-C3CD-4A88-B77F-0F2D64711CFA}"/>
              </a:ext>
            </a:extLst>
          </p:cNvPr>
          <p:cNvSpPr>
            <a:spLocks noChangeAspect="1"/>
          </p:cNvSpPr>
          <p:nvPr/>
        </p:nvSpPr>
        <p:spPr>
          <a:xfrm>
            <a:off x="8829963" y="62270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1" name="斜め縞 140">
            <a:extLst>
              <a:ext uri="{FF2B5EF4-FFF2-40B4-BE49-F238E27FC236}">
                <a16:creationId xmlns="" xmlns:a16="http://schemas.microsoft.com/office/drawing/2014/main" id="{CD38D76A-3775-48C8-9542-87B97D435D62}"/>
              </a:ext>
            </a:extLst>
          </p:cNvPr>
          <p:cNvSpPr>
            <a:spLocks noChangeAspect="1"/>
          </p:cNvSpPr>
          <p:nvPr/>
        </p:nvSpPr>
        <p:spPr>
          <a:xfrm>
            <a:off x="9744362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2" name="斜め縞 141">
            <a:extLst>
              <a:ext uri="{FF2B5EF4-FFF2-40B4-BE49-F238E27FC236}">
                <a16:creationId xmlns="" xmlns:a16="http://schemas.microsoft.com/office/drawing/2014/main" id="{8EAA5298-77BF-4C24-B78E-20E3B33C80AE}"/>
              </a:ext>
            </a:extLst>
          </p:cNvPr>
          <p:cNvSpPr>
            <a:spLocks noChangeAspect="1"/>
          </p:cNvSpPr>
          <p:nvPr/>
        </p:nvSpPr>
        <p:spPr>
          <a:xfrm>
            <a:off x="11573163" y="34838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3" name="斜め縞 142">
            <a:extLst>
              <a:ext uri="{FF2B5EF4-FFF2-40B4-BE49-F238E27FC236}">
                <a16:creationId xmlns="" xmlns:a16="http://schemas.microsoft.com/office/drawing/2014/main" id="{47B384AC-A6B7-4878-B466-03BBB3BDD528}"/>
              </a:ext>
            </a:extLst>
          </p:cNvPr>
          <p:cNvSpPr>
            <a:spLocks noChangeAspect="1"/>
          </p:cNvSpPr>
          <p:nvPr/>
        </p:nvSpPr>
        <p:spPr>
          <a:xfrm>
            <a:off x="10658762" y="43982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4" name="斜め縞 143">
            <a:extLst>
              <a:ext uri="{FF2B5EF4-FFF2-40B4-BE49-F238E27FC236}">
                <a16:creationId xmlns="" xmlns:a16="http://schemas.microsoft.com/office/drawing/2014/main" id="{511103C8-58AB-43D8-B2CB-55CB699CED32}"/>
              </a:ext>
            </a:extLst>
          </p:cNvPr>
          <p:cNvSpPr>
            <a:spLocks noChangeAspect="1"/>
          </p:cNvSpPr>
          <p:nvPr/>
        </p:nvSpPr>
        <p:spPr>
          <a:xfrm>
            <a:off x="11573163" y="34838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8" name="斜め縞 147">
            <a:extLst>
              <a:ext uri="{FF2B5EF4-FFF2-40B4-BE49-F238E27FC236}">
                <a16:creationId xmlns="" xmlns:a16="http://schemas.microsoft.com/office/drawing/2014/main" id="{12AF86AF-C5E6-427E-830E-A4941D55F74D}"/>
              </a:ext>
            </a:extLst>
          </p:cNvPr>
          <p:cNvSpPr>
            <a:spLocks noChangeAspect="1"/>
          </p:cNvSpPr>
          <p:nvPr/>
        </p:nvSpPr>
        <p:spPr>
          <a:xfrm rot="10800000">
            <a:off x="10735009" y="529062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57E5EFE6-347E-4944-B830-78224773D65A}"/>
              </a:ext>
            </a:extLst>
          </p:cNvPr>
          <p:cNvSpPr>
            <a:spLocks/>
          </p:cNvSpPr>
          <p:nvPr/>
        </p:nvSpPr>
        <p:spPr>
          <a:xfrm>
            <a:off x="766620" y="762723"/>
            <a:ext cx="10658763" cy="5332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0" y="15132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900" dirty="0">
                <a:solidFill>
                  <a:srgbClr val="FF0000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セーブデータを消去します。よろしいですか</a:t>
            </a:r>
            <a:endParaRPr lang="ja-JP" altLang="en-US" sz="3900" dirty="0">
              <a:solidFill>
                <a:srgbClr val="FF0000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971252" y="3342536"/>
            <a:ext cx="11220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いいえ　 　　　　はい</a:t>
            </a:r>
            <a:endParaRPr lang="ja-JP" altLang="en-US" sz="4800" dirty="0"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grpSp>
        <p:nvGrpSpPr>
          <p:cNvPr id="21" name="グループ化 20"/>
          <p:cNvGrpSpPr/>
          <p:nvPr/>
        </p:nvGrpSpPr>
        <p:grpSpPr>
          <a:xfrm>
            <a:off x="6955726" y="2974196"/>
            <a:ext cx="1165561" cy="1569785"/>
            <a:chOff x="8744532" y="2918783"/>
            <a:chExt cx="1165561" cy="1569785"/>
          </a:xfrm>
        </p:grpSpPr>
        <p:grpSp>
          <p:nvGrpSpPr>
            <p:cNvPr id="107" name="グループ化 106"/>
            <p:cNvGrpSpPr/>
            <p:nvPr/>
          </p:nvGrpSpPr>
          <p:grpSpPr>
            <a:xfrm>
              <a:off x="8744532" y="2918783"/>
              <a:ext cx="1165561" cy="1569785"/>
              <a:chOff x="8991600" y="2828489"/>
              <a:chExt cx="1165561" cy="1569785"/>
            </a:xfrm>
          </p:grpSpPr>
          <p:sp>
            <p:nvSpPr>
              <p:cNvPr id="118" name="角丸四角形 117"/>
              <p:cNvSpPr>
                <a:spLocks/>
              </p:cNvSpPr>
              <p:nvPr/>
            </p:nvSpPr>
            <p:spPr>
              <a:xfrm>
                <a:off x="8991600" y="2831604"/>
                <a:ext cx="1073428" cy="829100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4400" dirty="0">
                  <a:latin typeface="源暎ゴシックN Heavy" panose="020B0A00000000000000" pitchFamily="34" charset="-128"/>
                  <a:ea typeface="源暎ゴシックN Heavy" panose="020B0A00000000000000" pitchFamily="34" charset="-128"/>
                </a:endParaRPr>
              </a:p>
            </p:txBody>
          </p:sp>
          <p:sp>
            <p:nvSpPr>
              <p:cNvPr id="119" name="角丸四角形 118"/>
              <p:cNvSpPr>
                <a:spLocks/>
              </p:cNvSpPr>
              <p:nvPr/>
            </p:nvSpPr>
            <p:spPr>
              <a:xfrm>
                <a:off x="9224770" y="2828489"/>
                <a:ext cx="932391" cy="1569785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4400" dirty="0">
                  <a:latin typeface="源暎ゴシックN Heavy" panose="020B0A00000000000000" pitchFamily="34" charset="-128"/>
                  <a:ea typeface="源暎ゴシックN Heavy" panose="020B0A00000000000000" pitchFamily="34" charset="-128"/>
                </a:endParaRPr>
              </a:p>
            </p:txBody>
          </p:sp>
        </p:grpSp>
        <p:sp>
          <p:nvSpPr>
            <p:cNvPr id="9" name="テキスト ボックス 8"/>
            <p:cNvSpPr txBox="1"/>
            <p:nvPr/>
          </p:nvSpPr>
          <p:spPr>
            <a:xfrm>
              <a:off x="8800331" y="3148563"/>
              <a:ext cx="1063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chemeClr val="bg1"/>
                  </a:solidFill>
                  <a:latin typeface="源暎ゴシックN Bold" panose="020B0800000000000000" pitchFamily="34" charset="-128"/>
                  <a:ea typeface="源暎ゴシックN Bold" panose="020B0800000000000000" pitchFamily="34" charset="-128"/>
                </a:rPr>
                <a:t>Enter</a:t>
              </a:r>
              <a:endParaRPr lang="ja-JP" altLang="en-US" sz="2400" dirty="0">
                <a:solidFill>
                  <a:schemeClr val="bg1"/>
                </a:solidFill>
                <a:latin typeface="源暎ゴシックN Bold" panose="020B0800000000000000" pitchFamily="34" charset="-128"/>
                <a:ea typeface="源暎ゴシックN Bold" panose="020B0800000000000000" pitchFamily="34" charset="-128"/>
              </a:endParaRPr>
            </a:p>
          </p:txBody>
        </p:sp>
      </p:grpSp>
      <p:grpSp>
        <p:nvGrpSpPr>
          <p:cNvPr id="17" name="グループ化 16"/>
          <p:cNvGrpSpPr/>
          <p:nvPr/>
        </p:nvGrpSpPr>
        <p:grpSpPr>
          <a:xfrm>
            <a:off x="2174478" y="3308137"/>
            <a:ext cx="829100" cy="899793"/>
            <a:chOff x="4341512" y="3289126"/>
            <a:chExt cx="829100" cy="899793"/>
          </a:xfrm>
        </p:grpSpPr>
        <p:sp>
          <p:nvSpPr>
            <p:cNvPr id="3" name="角丸四角形 2"/>
            <p:cNvSpPr>
              <a:spLocks noChangeAspect="1"/>
            </p:cNvSpPr>
            <p:nvPr/>
          </p:nvSpPr>
          <p:spPr>
            <a:xfrm>
              <a:off x="4341512" y="3289126"/>
              <a:ext cx="829100" cy="8291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44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endParaRPr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4422114" y="3327145"/>
              <a:ext cx="673582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5000" dirty="0">
                  <a:solidFill>
                    <a:schemeClr val="bg1"/>
                  </a:solidFill>
                  <a:latin typeface="源暎ゴシックN Heavy" panose="020B0A00000000000000" pitchFamily="34" charset="-128"/>
                  <a:ea typeface="源暎ゴシックN Heavy" panose="020B0A00000000000000" pitchFamily="34" charset="-128"/>
                </a:rPr>
                <a:t>R</a:t>
              </a:r>
              <a:endParaRPr lang="ja-JP" altLang="en-US" sz="5000" dirty="0">
                <a:solidFill>
                  <a:schemeClr val="bg1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014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レーム 5">
            <a:extLst>
              <a:ext uri="{FF2B5EF4-FFF2-40B4-BE49-F238E27FC236}">
                <a16:creationId xmlns="" xmlns:a16="http://schemas.microsoft.com/office/drawing/2014/main" id="{B96DE60D-3802-4E40-A0B6-2D79BD1F9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12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レーム 4">
            <a:extLst>
              <a:ext uri="{FF2B5EF4-FFF2-40B4-BE49-F238E27FC236}">
                <a16:creationId xmlns="" xmlns:a16="http://schemas.microsoft.com/office/drawing/2014/main" id="{F56F4D2A-0F9B-437D-98FD-DB281DCC2374}"/>
              </a:ext>
            </a:extLst>
          </p:cNvPr>
          <p:cNvSpPr/>
          <p:nvPr/>
        </p:nvSpPr>
        <p:spPr>
          <a:xfrm>
            <a:off x="0" y="-10"/>
            <a:ext cx="12192000" cy="6873000"/>
          </a:xfrm>
          <a:prstGeom prst="frame">
            <a:avLst>
              <a:gd name="adj1" fmla="val 978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斜め縞 6">
            <a:extLst>
              <a:ext uri="{FF2B5EF4-FFF2-40B4-BE49-F238E27FC236}">
                <a16:creationId xmlns="" xmlns:a16="http://schemas.microsoft.com/office/drawing/2014/main" id="{F5637F69-17D3-48F1-919D-26C57263F645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" name="斜め縞 9">
            <a:extLst>
              <a:ext uri="{FF2B5EF4-FFF2-40B4-BE49-F238E27FC236}">
                <a16:creationId xmlns="" xmlns:a16="http://schemas.microsoft.com/office/drawing/2014/main" id="{8D39A06C-25FA-40A6-83C9-12A567A4326A}"/>
              </a:ext>
            </a:extLst>
          </p:cNvPr>
          <p:cNvSpPr>
            <a:spLocks noChangeAspect="1"/>
          </p:cNvSpPr>
          <p:nvPr/>
        </p:nvSpPr>
        <p:spPr>
          <a:xfrm>
            <a:off x="-1" y="182880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" name="斜め縞 10">
            <a:extLst>
              <a:ext uri="{FF2B5EF4-FFF2-40B4-BE49-F238E27FC236}">
                <a16:creationId xmlns="" xmlns:a16="http://schemas.microsoft.com/office/drawing/2014/main" id="{BFF92C62-2613-4DCC-848C-B694454A67FC}"/>
              </a:ext>
            </a:extLst>
          </p:cNvPr>
          <p:cNvSpPr>
            <a:spLocks noChangeAspect="1"/>
          </p:cNvSpPr>
          <p:nvPr/>
        </p:nvSpPr>
        <p:spPr>
          <a:xfrm>
            <a:off x="1828801" y="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" name="斜め縞 11">
            <a:extLst>
              <a:ext uri="{FF2B5EF4-FFF2-40B4-BE49-F238E27FC236}">
                <a16:creationId xmlns="" xmlns:a16="http://schemas.microsoft.com/office/drawing/2014/main" id="{06DFC881-51CE-4E8F-BB37-53F63E931DDC}"/>
              </a:ext>
            </a:extLst>
          </p:cNvPr>
          <p:cNvSpPr>
            <a:spLocks noChangeAspect="1"/>
          </p:cNvSpPr>
          <p:nvPr/>
        </p:nvSpPr>
        <p:spPr>
          <a:xfrm>
            <a:off x="914400" y="914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斜め縞 13">
            <a:extLst>
              <a:ext uri="{FF2B5EF4-FFF2-40B4-BE49-F238E27FC236}">
                <a16:creationId xmlns="" xmlns:a16="http://schemas.microsoft.com/office/drawing/2014/main" id="{5B9CFC53-AC59-411F-A72F-672512E5906E}"/>
              </a:ext>
            </a:extLst>
          </p:cNvPr>
          <p:cNvSpPr>
            <a:spLocks noChangeAspect="1"/>
          </p:cNvSpPr>
          <p:nvPr/>
        </p:nvSpPr>
        <p:spPr>
          <a:xfrm>
            <a:off x="2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5" name="斜め縞 14">
            <a:extLst>
              <a:ext uri="{FF2B5EF4-FFF2-40B4-BE49-F238E27FC236}">
                <a16:creationId xmlns="" xmlns:a16="http://schemas.microsoft.com/office/drawing/2014/main" id="{45DA5543-8D19-4DC0-AF7A-60817C502870}"/>
              </a:ext>
            </a:extLst>
          </p:cNvPr>
          <p:cNvSpPr>
            <a:spLocks noChangeAspect="1"/>
          </p:cNvSpPr>
          <p:nvPr/>
        </p:nvSpPr>
        <p:spPr>
          <a:xfrm>
            <a:off x="1828803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6" name="斜め縞 15">
            <a:extLst>
              <a:ext uri="{FF2B5EF4-FFF2-40B4-BE49-F238E27FC236}">
                <a16:creationId xmlns="" xmlns:a16="http://schemas.microsoft.com/office/drawing/2014/main" id="{D58C6D79-0560-415A-930F-82876DED6871}"/>
              </a:ext>
            </a:extLst>
          </p:cNvPr>
          <p:cNvSpPr>
            <a:spLocks noChangeAspect="1"/>
          </p:cNvSpPr>
          <p:nvPr/>
        </p:nvSpPr>
        <p:spPr>
          <a:xfrm>
            <a:off x="914402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8" name="斜め縞 17">
            <a:extLst>
              <a:ext uri="{FF2B5EF4-FFF2-40B4-BE49-F238E27FC236}">
                <a16:creationId xmlns="" xmlns:a16="http://schemas.microsoft.com/office/drawing/2014/main" id="{1DAE5794-6716-4579-B21E-4E49AC5A59A4}"/>
              </a:ext>
            </a:extLst>
          </p:cNvPr>
          <p:cNvSpPr>
            <a:spLocks noChangeAspect="1"/>
          </p:cNvSpPr>
          <p:nvPr/>
        </p:nvSpPr>
        <p:spPr>
          <a:xfrm>
            <a:off x="1828801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9" name="斜め縞 18">
            <a:extLst>
              <a:ext uri="{FF2B5EF4-FFF2-40B4-BE49-F238E27FC236}">
                <a16:creationId xmlns="" xmlns:a16="http://schemas.microsoft.com/office/drawing/2014/main" id="{9A3CC7A0-2F6F-4322-8D89-3ED23F908F7C}"/>
              </a:ext>
            </a:extLst>
          </p:cNvPr>
          <p:cNvSpPr>
            <a:spLocks noChangeAspect="1"/>
          </p:cNvSpPr>
          <p:nvPr/>
        </p:nvSpPr>
        <p:spPr>
          <a:xfrm>
            <a:off x="3657602" y="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斜め縞 19">
            <a:extLst>
              <a:ext uri="{FF2B5EF4-FFF2-40B4-BE49-F238E27FC236}">
                <a16:creationId xmlns="" xmlns:a16="http://schemas.microsoft.com/office/drawing/2014/main" id="{14476A1C-88E4-437B-A2EC-A4F28C6E3640}"/>
              </a:ext>
            </a:extLst>
          </p:cNvPr>
          <p:cNvSpPr>
            <a:spLocks noChangeAspect="1"/>
          </p:cNvSpPr>
          <p:nvPr/>
        </p:nvSpPr>
        <p:spPr>
          <a:xfrm>
            <a:off x="2743201" y="9144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1" name="斜め縞 30">
            <a:extLst>
              <a:ext uri="{FF2B5EF4-FFF2-40B4-BE49-F238E27FC236}">
                <a16:creationId xmlns="" xmlns:a16="http://schemas.microsoft.com/office/drawing/2014/main" id="{CD104AE0-58C9-48AF-AE13-DB3800AD85E1}"/>
              </a:ext>
            </a:extLst>
          </p:cNvPr>
          <p:cNvSpPr>
            <a:spLocks noChangeAspect="1"/>
          </p:cNvSpPr>
          <p:nvPr/>
        </p:nvSpPr>
        <p:spPr>
          <a:xfrm>
            <a:off x="2" y="54864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2" name="斜め縞 31">
            <a:extLst>
              <a:ext uri="{FF2B5EF4-FFF2-40B4-BE49-F238E27FC236}">
                <a16:creationId xmlns="" xmlns:a16="http://schemas.microsoft.com/office/drawing/2014/main" id="{B106958E-D9E3-4830-9AB0-40F3699A0FE6}"/>
              </a:ext>
            </a:extLst>
          </p:cNvPr>
          <p:cNvSpPr>
            <a:spLocks noChangeAspect="1"/>
          </p:cNvSpPr>
          <p:nvPr/>
        </p:nvSpPr>
        <p:spPr>
          <a:xfrm>
            <a:off x="1828803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3" name="斜め縞 32">
            <a:extLst>
              <a:ext uri="{FF2B5EF4-FFF2-40B4-BE49-F238E27FC236}">
                <a16:creationId xmlns="" xmlns:a16="http://schemas.microsoft.com/office/drawing/2014/main" id="{2DFE26CA-CCC2-4A24-B04F-E53B03D32A69}"/>
              </a:ext>
            </a:extLst>
          </p:cNvPr>
          <p:cNvSpPr>
            <a:spLocks noChangeAspect="1"/>
          </p:cNvSpPr>
          <p:nvPr/>
        </p:nvSpPr>
        <p:spPr>
          <a:xfrm>
            <a:off x="914402" y="45720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4" name="斜め縞 33">
            <a:extLst>
              <a:ext uri="{FF2B5EF4-FFF2-40B4-BE49-F238E27FC236}">
                <a16:creationId xmlns="" xmlns:a16="http://schemas.microsoft.com/office/drawing/2014/main" id="{E65A9004-DD5E-4B64-8272-2F3EED660F95}"/>
              </a:ext>
            </a:extLst>
          </p:cNvPr>
          <p:cNvSpPr>
            <a:spLocks noChangeAspect="1"/>
          </p:cNvSpPr>
          <p:nvPr/>
        </p:nvSpPr>
        <p:spPr>
          <a:xfrm>
            <a:off x="1828801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5" name="斜め縞 34">
            <a:extLst>
              <a:ext uri="{FF2B5EF4-FFF2-40B4-BE49-F238E27FC236}">
                <a16:creationId xmlns="" xmlns:a16="http://schemas.microsoft.com/office/drawing/2014/main" id="{11EC662C-A093-42CC-8CDC-DE6980BC781F}"/>
              </a:ext>
            </a:extLst>
          </p:cNvPr>
          <p:cNvSpPr>
            <a:spLocks noChangeAspect="1"/>
          </p:cNvSpPr>
          <p:nvPr/>
        </p:nvSpPr>
        <p:spPr>
          <a:xfrm>
            <a:off x="3657602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6" name="斜め縞 35">
            <a:extLst>
              <a:ext uri="{FF2B5EF4-FFF2-40B4-BE49-F238E27FC236}">
                <a16:creationId xmlns="" xmlns:a16="http://schemas.microsoft.com/office/drawing/2014/main" id="{469365FD-962D-432A-8B4B-7CAAD308E5A6}"/>
              </a:ext>
            </a:extLst>
          </p:cNvPr>
          <p:cNvSpPr>
            <a:spLocks noChangeAspect="1"/>
          </p:cNvSpPr>
          <p:nvPr/>
        </p:nvSpPr>
        <p:spPr>
          <a:xfrm>
            <a:off x="2743201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8" name="斜め縞 37">
            <a:extLst>
              <a:ext uri="{FF2B5EF4-FFF2-40B4-BE49-F238E27FC236}">
                <a16:creationId xmlns="" xmlns:a16="http://schemas.microsoft.com/office/drawing/2014/main" id="{09D5A57B-82A6-49F7-80D3-721A2F29C505}"/>
              </a:ext>
            </a:extLst>
          </p:cNvPr>
          <p:cNvSpPr>
            <a:spLocks noChangeAspect="1"/>
          </p:cNvSpPr>
          <p:nvPr/>
        </p:nvSpPr>
        <p:spPr>
          <a:xfrm>
            <a:off x="3657602" y="18288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1" name="斜め縞 40">
            <a:extLst>
              <a:ext uri="{FF2B5EF4-FFF2-40B4-BE49-F238E27FC236}">
                <a16:creationId xmlns="" xmlns:a16="http://schemas.microsoft.com/office/drawing/2014/main" id="{755E9995-2631-4DE8-A865-C6E8FEFA87C9}"/>
              </a:ext>
            </a:extLst>
          </p:cNvPr>
          <p:cNvSpPr>
            <a:spLocks noChangeAspect="1"/>
          </p:cNvSpPr>
          <p:nvPr/>
        </p:nvSpPr>
        <p:spPr>
          <a:xfrm>
            <a:off x="548640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2" name="斜め縞 41">
            <a:extLst>
              <a:ext uri="{FF2B5EF4-FFF2-40B4-BE49-F238E27FC236}">
                <a16:creationId xmlns="" xmlns:a16="http://schemas.microsoft.com/office/drawing/2014/main" id="{8E848547-DB7B-4571-8E65-6D4CF125C77B}"/>
              </a:ext>
            </a:extLst>
          </p:cNvPr>
          <p:cNvSpPr>
            <a:spLocks noChangeAspect="1"/>
          </p:cNvSpPr>
          <p:nvPr/>
        </p:nvSpPr>
        <p:spPr>
          <a:xfrm>
            <a:off x="4572000" y="9143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2" name="斜め縞 61">
            <a:extLst>
              <a:ext uri="{FF2B5EF4-FFF2-40B4-BE49-F238E27FC236}">
                <a16:creationId xmlns="" xmlns:a16="http://schemas.microsoft.com/office/drawing/2014/main" id="{C079BE89-275D-4145-88C5-FF9150316B6C}"/>
              </a:ext>
            </a:extLst>
          </p:cNvPr>
          <p:cNvSpPr>
            <a:spLocks noChangeAspect="1"/>
          </p:cNvSpPr>
          <p:nvPr/>
        </p:nvSpPr>
        <p:spPr>
          <a:xfrm>
            <a:off x="1887964" y="5486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3" name="斜め縞 62">
            <a:extLst>
              <a:ext uri="{FF2B5EF4-FFF2-40B4-BE49-F238E27FC236}">
                <a16:creationId xmlns="" xmlns:a16="http://schemas.microsoft.com/office/drawing/2014/main" id="{7E15469B-48B9-49EC-8CC1-21DE3C6FDD17}"/>
              </a:ext>
            </a:extLst>
          </p:cNvPr>
          <p:cNvSpPr>
            <a:spLocks noChangeAspect="1"/>
          </p:cNvSpPr>
          <p:nvPr/>
        </p:nvSpPr>
        <p:spPr>
          <a:xfrm>
            <a:off x="3716765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4" name="斜め縞 63">
            <a:extLst>
              <a:ext uri="{FF2B5EF4-FFF2-40B4-BE49-F238E27FC236}">
                <a16:creationId xmlns="" xmlns:a16="http://schemas.microsoft.com/office/drawing/2014/main" id="{7C42D055-D439-477E-A528-1A0B07B08797}"/>
              </a:ext>
            </a:extLst>
          </p:cNvPr>
          <p:cNvSpPr>
            <a:spLocks noChangeAspect="1"/>
          </p:cNvSpPr>
          <p:nvPr/>
        </p:nvSpPr>
        <p:spPr>
          <a:xfrm>
            <a:off x="2802364" y="45719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5" name="斜め縞 64">
            <a:extLst>
              <a:ext uri="{FF2B5EF4-FFF2-40B4-BE49-F238E27FC236}">
                <a16:creationId xmlns="" xmlns:a16="http://schemas.microsoft.com/office/drawing/2014/main" id="{EF95460E-1B5F-40B8-B7E9-F991B3556642}"/>
              </a:ext>
            </a:extLst>
          </p:cNvPr>
          <p:cNvSpPr>
            <a:spLocks noChangeAspect="1"/>
          </p:cNvSpPr>
          <p:nvPr/>
        </p:nvSpPr>
        <p:spPr>
          <a:xfrm>
            <a:off x="3716763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6" name="斜め縞 65">
            <a:extLst>
              <a:ext uri="{FF2B5EF4-FFF2-40B4-BE49-F238E27FC236}">
                <a16:creationId xmlns="" xmlns:a16="http://schemas.microsoft.com/office/drawing/2014/main" id="{7CF1533A-D015-46B7-8189-FE85229318A4}"/>
              </a:ext>
            </a:extLst>
          </p:cNvPr>
          <p:cNvSpPr>
            <a:spLocks noChangeAspect="1"/>
          </p:cNvSpPr>
          <p:nvPr/>
        </p:nvSpPr>
        <p:spPr>
          <a:xfrm>
            <a:off x="5545564" y="18288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7" name="斜め縞 66">
            <a:extLst>
              <a:ext uri="{FF2B5EF4-FFF2-40B4-BE49-F238E27FC236}">
                <a16:creationId xmlns="" xmlns:a16="http://schemas.microsoft.com/office/drawing/2014/main" id="{C1051EC0-2D55-4541-857F-048A5346BF1D}"/>
              </a:ext>
            </a:extLst>
          </p:cNvPr>
          <p:cNvSpPr>
            <a:spLocks noChangeAspect="1"/>
          </p:cNvSpPr>
          <p:nvPr/>
        </p:nvSpPr>
        <p:spPr>
          <a:xfrm>
            <a:off x="4631163" y="285863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8" name="斜め縞 67">
            <a:extLst>
              <a:ext uri="{FF2B5EF4-FFF2-40B4-BE49-F238E27FC236}">
                <a16:creationId xmlns="" xmlns:a16="http://schemas.microsoft.com/office/drawing/2014/main" id="{8C9632F0-DF14-4BEF-8E50-5ECA2A23B3AD}"/>
              </a:ext>
            </a:extLst>
          </p:cNvPr>
          <p:cNvSpPr>
            <a:spLocks noChangeAspect="1"/>
          </p:cNvSpPr>
          <p:nvPr/>
        </p:nvSpPr>
        <p:spPr>
          <a:xfrm>
            <a:off x="5545564" y="1828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9" name="斜め縞 68">
            <a:extLst>
              <a:ext uri="{FF2B5EF4-FFF2-40B4-BE49-F238E27FC236}">
                <a16:creationId xmlns="" xmlns:a16="http://schemas.microsoft.com/office/drawing/2014/main" id="{4969ABFC-9D30-4653-B2C3-8DE383B7E3C0}"/>
              </a:ext>
            </a:extLst>
          </p:cNvPr>
          <p:cNvSpPr>
            <a:spLocks noChangeAspect="1"/>
          </p:cNvSpPr>
          <p:nvPr/>
        </p:nvSpPr>
        <p:spPr>
          <a:xfrm>
            <a:off x="7374363" y="-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0" name="斜め縞 69">
            <a:extLst>
              <a:ext uri="{FF2B5EF4-FFF2-40B4-BE49-F238E27FC236}">
                <a16:creationId xmlns="" xmlns:a16="http://schemas.microsoft.com/office/drawing/2014/main" id="{8C43A38A-2EAC-48FE-AE79-83D8DD6B49D5}"/>
              </a:ext>
            </a:extLst>
          </p:cNvPr>
          <p:cNvSpPr>
            <a:spLocks noChangeAspect="1"/>
          </p:cNvSpPr>
          <p:nvPr/>
        </p:nvSpPr>
        <p:spPr>
          <a:xfrm>
            <a:off x="6459962" y="91439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1" name="斜め縞 70">
            <a:extLst>
              <a:ext uri="{FF2B5EF4-FFF2-40B4-BE49-F238E27FC236}">
                <a16:creationId xmlns="" xmlns:a16="http://schemas.microsoft.com/office/drawing/2014/main" id="{00BDB737-45D5-4910-90A9-4D5ADD8F2D8E}"/>
              </a:ext>
            </a:extLst>
          </p:cNvPr>
          <p:cNvSpPr>
            <a:spLocks noChangeAspect="1"/>
          </p:cNvSpPr>
          <p:nvPr/>
        </p:nvSpPr>
        <p:spPr>
          <a:xfrm>
            <a:off x="971254" y="6400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斜め縞 96">
            <a:extLst>
              <a:ext uri="{FF2B5EF4-FFF2-40B4-BE49-F238E27FC236}">
                <a16:creationId xmlns="" xmlns:a16="http://schemas.microsoft.com/office/drawing/2014/main" id="{10A20F70-8F8E-49DD-9738-75C92651DD49}"/>
              </a:ext>
            </a:extLst>
          </p:cNvPr>
          <p:cNvSpPr>
            <a:spLocks noChangeAspect="1"/>
          </p:cNvSpPr>
          <p:nvPr/>
        </p:nvSpPr>
        <p:spPr>
          <a:xfrm>
            <a:off x="3756366" y="54863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8" name="斜め縞 97">
            <a:extLst>
              <a:ext uri="{FF2B5EF4-FFF2-40B4-BE49-F238E27FC236}">
                <a16:creationId xmlns="" xmlns:a16="http://schemas.microsoft.com/office/drawing/2014/main" id="{FF21EE41-444D-4B1B-BF96-884F1C1E06EF}"/>
              </a:ext>
            </a:extLst>
          </p:cNvPr>
          <p:cNvSpPr>
            <a:spLocks noChangeAspect="1"/>
          </p:cNvSpPr>
          <p:nvPr/>
        </p:nvSpPr>
        <p:spPr>
          <a:xfrm>
            <a:off x="5585167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9" name="斜め縞 98">
            <a:extLst>
              <a:ext uri="{FF2B5EF4-FFF2-40B4-BE49-F238E27FC236}">
                <a16:creationId xmlns="" xmlns:a16="http://schemas.microsoft.com/office/drawing/2014/main" id="{274E98DB-AAB0-4515-BBBA-BF17EBDF5EE1}"/>
              </a:ext>
            </a:extLst>
          </p:cNvPr>
          <p:cNvSpPr>
            <a:spLocks noChangeAspect="1"/>
          </p:cNvSpPr>
          <p:nvPr/>
        </p:nvSpPr>
        <p:spPr>
          <a:xfrm>
            <a:off x="4670766" y="45719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0" name="斜め縞 99">
            <a:extLst>
              <a:ext uri="{FF2B5EF4-FFF2-40B4-BE49-F238E27FC236}">
                <a16:creationId xmlns="" xmlns:a16="http://schemas.microsoft.com/office/drawing/2014/main" id="{92292505-2A61-47D2-832D-0B204C9EFF4D}"/>
              </a:ext>
            </a:extLst>
          </p:cNvPr>
          <p:cNvSpPr>
            <a:spLocks noChangeAspect="1"/>
          </p:cNvSpPr>
          <p:nvPr/>
        </p:nvSpPr>
        <p:spPr>
          <a:xfrm>
            <a:off x="5585165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1" name="斜め縞 100">
            <a:extLst>
              <a:ext uri="{FF2B5EF4-FFF2-40B4-BE49-F238E27FC236}">
                <a16:creationId xmlns="" xmlns:a16="http://schemas.microsoft.com/office/drawing/2014/main" id="{45DF1669-CADD-4AC7-BD75-7A9F9F9489D6}"/>
              </a:ext>
            </a:extLst>
          </p:cNvPr>
          <p:cNvSpPr>
            <a:spLocks noChangeAspect="1"/>
          </p:cNvSpPr>
          <p:nvPr/>
        </p:nvSpPr>
        <p:spPr>
          <a:xfrm>
            <a:off x="7413966" y="18287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2" name="斜め縞 101">
            <a:extLst>
              <a:ext uri="{FF2B5EF4-FFF2-40B4-BE49-F238E27FC236}">
                <a16:creationId xmlns="" xmlns:a16="http://schemas.microsoft.com/office/drawing/2014/main" id="{E61201B5-1591-4EE9-B150-BFA693895A11}"/>
              </a:ext>
            </a:extLst>
          </p:cNvPr>
          <p:cNvSpPr>
            <a:spLocks noChangeAspect="1"/>
          </p:cNvSpPr>
          <p:nvPr/>
        </p:nvSpPr>
        <p:spPr>
          <a:xfrm>
            <a:off x="6499565" y="285862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3" name="斜め縞 102">
            <a:extLst>
              <a:ext uri="{FF2B5EF4-FFF2-40B4-BE49-F238E27FC236}">
                <a16:creationId xmlns="" xmlns:a16="http://schemas.microsoft.com/office/drawing/2014/main" id="{3A57C5B1-7188-4494-B367-DCCFF616FE3B}"/>
              </a:ext>
            </a:extLst>
          </p:cNvPr>
          <p:cNvSpPr>
            <a:spLocks noChangeAspect="1"/>
          </p:cNvSpPr>
          <p:nvPr/>
        </p:nvSpPr>
        <p:spPr>
          <a:xfrm>
            <a:off x="7413966" y="1828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4" name="斜め縞 103">
            <a:extLst>
              <a:ext uri="{FF2B5EF4-FFF2-40B4-BE49-F238E27FC236}">
                <a16:creationId xmlns="" xmlns:a16="http://schemas.microsoft.com/office/drawing/2014/main" id="{EDAF28C9-A9FA-4FF2-B72D-031BC2F29F1C}"/>
              </a:ext>
            </a:extLst>
          </p:cNvPr>
          <p:cNvSpPr>
            <a:spLocks noChangeAspect="1"/>
          </p:cNvSpPr>
          <p:nvPr/>
        </p:nvSpPr>
        <p:spPr>
          <a:xfrm>
            <a:off x="9242765" y="-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5" name="斜め縞 104">
            <a:extLst>
              <a:ext uri="{FF2B5EF4-FFF2-40B4-BE49-F238E27FC236}">
                <a16:creationId xmlns="" xmlns:a16="http://schemas.microsoft.com/office/drawing/2014/main" id="{D893A36A-7B5C-421D-B9BE-648067619403}"/>
              </a:ext>
            </a:extLst>
          </p:cNvPr>
          <p:cNvSpPr>
            <a:spLocks noChangeAspect="1"/>
          </p:cNvSpPr>
          <p:nvPr/>
        </p:nvSpPr>
        <p:spPr>
          <a:xfrm>
            <a:off x="8328364" y="91439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6" name="斜め縞 105">
            <a:extLst>
              <a:ext uri="{FF2B5EF4-FFF2-40B4-BE49-F238E27FC236}">
                <a16:creationId xmlns="" xmlns:a16="http://schemas.microsoft.com/office/drawing/2014/main" id="{220621A3-304E-48B6-A0A7-E90A4444C13C}"/>
              </a:ext>
            </a:extLst>
          </p:cNvPr>
          <p:cNvSpPr>
            <a:spLocks noChangeAspect="1"/>
          </p:cNvSpPr>
          <p:nvPr/>
        </p:nvSpPr>
        <p:spPr>
          <a:xfrm>
            <a:off x="2844394" y="6400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8" name="斜め縞 107">
            <a:extLst>
              <a:ext uri="{FF2B5EF4-FFF2-40B4-BE49-F238E27FC236}">
                <a16:creationId xmlns="" xmlns:a16="http://schemas.microsoft.com/office/drawing/2014/main" id="{1CB7302B-5613-4CB8-A926-E8A812EFFFCE}"/>
              </a:ext>
            </a:extLst>
          </p:cNvPr>
          <p:cNvSpPr>
            <a:spLocks noChangeAspect="1"/>
          </p:cNvSpPr>
          <p:nvPr/>
        </p:nvSpPr>
        <p:spPr>
          <a:xfrm>
            <a:off x="5674579" y="54863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9" name="斜め縞 108">
            <a:extLst>
              <a:ext uri="{FF2B5EF4-FFF2-40B4-BE49-F238E27FC236}">
                <a16:creationId xmlns="" xmlns:a16="http://schemas.microsoft.com/office/drawing/2014/main" id="{F2C7892D-5D6F-40D8-88A7-15C23F4C6CF3}"/>
              </a:ext>
            </a:extLst>
          </p:cNvPr>
          <p:cNvSpPr>
            <a:spLocks noChangeAspect="1"/>
          </p:cNvSpPr>
          <p:nvPr/>
        </p:nvSpPr>
        <p:spPr>
          <a:xfrm>
            <a:off x="7503380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0" name="斜め縞 109">
            <a:extLst>
              <a:ext uri="{FF2B5EF4-FFF2-40B4-BE49-F238E27FC236}">
                <a16:creationId xmlns="" xmlns:a16="http://schemas.microsoft.com/office/drawing/2014/main" id="{66AFC0C4-DA7D-434C-BC27-532521AC9174}"/>
              </a:ext>
            </a:extLst>
          </p:cNvPr>
          <p:cNvSpPr>
            <a:spLocks noChangeAspect="1"/>
          </p:cNvSpPr>
          <p:nvPr/>
        </p:nvSpPr>
        <p:spPr>
          <a:xfrm>
            <a:off x="6588979" y="45719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1" name="斜め縞 110">
            <a:extLst>
              <a:ext uri="{FF2B5EF4-FFF2-40B4-BE49-F238E27FC236}">
                <a16:creationId xmlns="" xmlns:a16="http://schemas.microsoft.com/office/drawing/2014/main" id="{54C7036B-7128-4BA0-886D-70EDAF187BFE}"/>
              </a:ext>
            </a:extLst>
          </p:cNvPr>
          <p:cNvSpPr>
            <a:spLocks noChangeAspect="1"/>
          </p:cNvSpPr>
          <p:nvPr/>
        </p:nvSpPr>
        <p:spPr>
          <a:xfrm>
            <a:off x="7503378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2" name="斜め縞 111">
            <a:extLst>
              <a:ext uri="{FF2B5EF4-FFF2-40B4-BE49-F238E27FC236}">
                <a16:creationId xmlns="" xmlns:a16="http://schemas.microsoft.com/office/drawing/2014/main" id="{48E05FCC-C886-4A1B-A9A1-80CDFDE90D68}"/>
              </a:ext>
            </a:extLst>
          </p:cNvPr>
          <p:cNvSpPr>
            <a:spLocks noChangeAspect="1"/>
          </p:cNvSpPr>
          <p:nvPr/>
        </p:nvSpPr>
        <p:spPr>
          <a:xfrm>
            <a:off x="9332179" y="18287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3" name="斜め縞 112">
            <a:extLst>
              <a:ext uri="{FF2B5EF4-FFF2-40B4-BE49-F238E27FC236}">
                <a16:creationId xmlns="" xmlns:a16="http://schemas.microsoft.com/office/drawing/2014/main" id="{561AF290-C558-4B78-ADD3-A71B234EDCA7}"/>
              </a:ext>
            </a:extLst>
          </p:cNvPr>
          <p:cNvSpPr>
            <a:spLocks noChangeAspect="1"/>
          </p:cNvSpPr>
          <p:nvPr/>
        </p:nvSpPr>
        <p:spPr>
          <a:xfrm>
            <a:off x="8417778" y="28586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4" name="斜め縞 113">
            <a:extLst>
              <a:ext uri="{FF2B5EF4-FFF2-40B4-BE49-F238E27FC236}">
                <a16:creationId xmlns="" xmlns:a16="http://schemas.microsoft.com/office/drawing/2014/main" id="{83E2C327-A7C7-4A70-A026-95D6600C6E65}"/>
              </a:ext>
            </a:extLst>
          </p:cNvPr>
          <p:cNvSpPr>
            <a:spLocks noChangeAspect="1"/>
          </p:cNvSpPr>
          <p:nvPr/>
        </p:nvSpPr>
        <p:spPr>
          <a:xfrm>
            <a:off x="9332179" y="1828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5" name="斜め縞 114">
            <a:extLst>
              <a:ext uri="{FF2B5EF4-FFF2-40B4-BE49-F238E27FC236}">
                <a16:creationId xmlns="" xmlns:a16="http://schemas.microsoft.com/office/drawing/2014/main" id="{E5ED0124-4668-4075-BC6F-0B91C0433898}"/>
              </a:ext>
            </a:extLst>
          </p:cNvPr>
          <p:cNvSpPr>
            <a:spLocks noChangeAspect="1"/>
          </p:cNvSpPr>
          <p:nvPr/>
        </p:nvSpPr>
        <p:spPr>
          <a:xfrm>
            <a:off x="11160978" y="-149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6" name="斜め縞 115">
            <a:extLst>
              <a:ext uri="{FF2B5EF4-FFF2-40B4-BE49-F238E27FC236}">
                <a16:creationId xmlns="" xmlns:a16="http://schemas.microsoft.com/office/drawing/2014/main" id="{66273BA8-4A9C-4130-AC1C-19E2F6A59086}"/>
              </a:ext>
            </a:extLst>
          </p:cNvPr>
          <p:cNvSpPr>
            <a:spLocks noChangeAspect="1"/>
          </p:cNvSpPr>
          <p:nvPr/>
        </p:nvSpPr>
        <p:spPr>
          <a:xfrm>
            <a:off x="10246577" y="91439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7" name="斜め縞 116">
            <a:extLst>
              <a:ext uri="{FF2B5EF4-FFF2-40B4-BE49-F238E27FC236}">
                <a16:creationId xmlns="" xmlns:a16="http://schemas.microsoft.com/office/drawing/2014/main" id="{15182215-4369-4048-8AAF-F8A733B500FE}"/>
              </a:ext>
            </a:extLst>
          </p:cNvPr>
          <p:cNvSpPr>
            <a:spLocks noChangeAspect="1"/>
          </p:cNvSpPr>
          <p:nvPr/>
        </p:nvSpPr>
        <p:spPr>
          <a:xfrm>
            <a:off x="4757869" y="6400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8" name="斜め縞 127">
            <a:extLst>
              <a:ext uri="{FF2B5EF4-FFF2-40B4-BE49-F238E27FC236}">
                <a16:creationId xmlns="" xmlns:a16="http://schemas.microsoft.com/office/drawing/2014/main" id="{64D3062E-432F-4323-AC2D-B8BCD96027E5}"/>
              </a:ext>
            </a:extLst>
          </p:cNvPr>
          <p:cNvSpPr>
            <a:spLocks noChangeAspect="1"/>
          </p:cNvSpPr>
          <p:nvPr/>
        </p:nvSpPr>
        <p:spPr>
          <a:xfrm>
            <a:off x="6853382" y="62491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9" name="斜め縞 128">
            <a:extLst>
              <a:ext uri="{FF2B5EF4-FFF2-40B4-BE49-F238E27FC236}">
                <a16:creationId xmlns="" xmlns:a16="http://schemas.microsoft.com/office/drawing/2014/main" id="{8142FD8F-A34D-4BC4-851E-E62A3CB11779}"/>
              </a:ext>
            </a:extLst>
          </p:cNvPr>
          <p:cNvSpPr>
            <a:spLocks noChangeAspect="1"/>
          </p:cNvSpPr>
          <p:nvPr/>
        </p:nvSpPr>
        <p:spPr>
          <a:xfrm>
            <a:off x="8682183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0" name="斜め縞 129">
            <a:extLst>
              <a:ext uri="{FF2B5EF4-FFF2-40B4-BE49-F238E27FC236}">
                <a16:creationId xmlns="" xmlns:a16="http://schemas.microsoft.com/office/drawing/2014/main" id="{A1B6FEAB-51D6-43B8-A1CB-6133A246028E}"/>
              </a:ext>
            </a:extLst>
          </p:cNvPr>
          <p:cNvSpPr>
            <a:spLocks noChangeAspect="1"/>
          </p:cNvSpPr>
          <p:nvPr/>
        </p:nvSpPr>
        <p:spPr>
          <a:xfrm>
            <a:off x="7767782" y="53347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1" name="斜め縞 130">
            <a:extLst>
              <a:ext uri="{FF2B5EF4-FFF2-40B4-BE49-F238E27FC236}">
                <a16:creationId xmlns="" xmlns:a16="http://schemas.microsoft.com/office/drawing/2014/main" id="{53217FA0-7FC3-477E-A3DF-7A3D5CA902E1}"/>
              </a:ext>
            </a:extLst>
          </p:cNvPr>
          <p:cNvSpPr>
            <a:spLocks noChangeAspect="1"/>
          </p:cNvSpPr>
          <p:nvPr/>
        </p:nvSpPr>
        <p:spPr>
          <a:xfrm>
            <a:off x="8682181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2" name="斜め縞 131">
            <a:extLst>
              <a:ext uri="{FF2B5EF4-FFF2-40B4-BE49-F238E27FC236}">
                <a16:creationId xmlns="" xmlns:a16="http://schemas.microsoft.com/office/drawing/2014/main" id="{3615C024-69BF-490A-A5F7-2026464002CE}"/>
              </a:ext>
            </a:extLst>
          </p:cNvPr>
          <p:cNvSpPr>
            <a:spLocks noChangeAspect="1"/>
          </p:cNvSpPr>
          <p:nvPr/>
        </p:nvSpPr>
        <p:spPr>
          <a:xfrm>
            <a:off x="10510982" y="25915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3" name="斜め縞 132">
            <a:extLst>
              <a:ext uri="{FF2B5EF4-FFF2-40B4-BE49-F238E27FC236}">
                <a16:creationId xmlns="" xmlns:a16="http://schemas.microsoft.com/office/drawing/2014/main" id="{41EC5DE9-FFDB-449D-B0FF-D6B451CF6275}"/>
              </a:ext>
            </a:extLst>
          </p:cNvPr>
          <p:cNvSpPr>
            <a:spLocks noChangeAspect="1"/>
          </p:cNvSpPr>
          <p:nvPr/>
        </p:nvSpPr>
        <p:spPr>
          <a:xfrm>
            <a:off x="9596581" y="35059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4" name="斜め縞 133">
            <a:extLst>
              <a:ext uri="{FF2B5EF4-FFF2-40B4-BE49-F238E27FC236}">
                <a16:creationId xmlns="" xmlns:a16="http://schemas.microsoft.com/office/drawing/2014/main" id="{48BFCE1F-ED67-4377-8FFF-6E564868CC06}"/>
              </a:ext>
            </a:extLst>
          </p:cNvPr>
          <p:cNvSpPr>
            <a:spLocks noChangeAspect="1"/>
          </p:cNvSpPr>
          <p:nvPr/>
        </p:nvSpPr>
        <p:spPr>
          <a:xfrm>
            <a:off x="10510982" y="25915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6" name="斜め縞 135">
            <a:extLst>
              <a:ext uri="{FF2B5EF4-FFF2-40B4-BE49-F238E27FC236}">
                <a16:creationId xmlns="" xmlns:a16="http://schemas.microsoft.com/office/drawing/2014/main" id="{2B3B074C-CC94-49C9-A094-7588054958D5}"/>
              </a:ext>
            </a:extLst>
          </p:cNvPr>
          <p:cNvSpPr>
            <a:spLocks noChangeAspect="1"/>
          </p:cNvSpPr>
          <p:nvPr/>
        </p:nvSpPr>
        <p:spPr>
          <a:xfrm>
            <a:off x="11425380" y="167712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9" name="斜め縞 138">
            <a:extLst>
              <a:ext uri="{FF2B5EF4-FFF2-40B4-BE49-F238E27FC236}">
                <a16:creationId xmlns="" xmlns:a16="http://schemas.microsoft.com/office/drawing/2014/main" id="{E5CA83C4-FBDD-4B9D-BA82-71703945653B}"/>
              </a:ext>
            </a:extLst>
          </p:cNvPr>
          <p:cNvSpPr>
            <a:spLocks noChangeAspect="1"/>
          </p:cNvSpPr>
          <p:nvPr/>
        </p:nvSpPr>
        <p:spPr>
          <a:xfrm>
            <a:off x="9744364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0" name="斜め縞 139">
            <a:extLst>
              <a:ext uri="{FF2B5EF4-FFF2-40B4-BE49-F238E27FC236}">
                <a16:creationId xmlns="" xmlns:a16="http://schemas.microsoft.com/office/drawing/2014/main" id="{56DCE4C5-C3CD-4A88-B77F-0F2D64711CFA}"/>
              </a:ext>
            </a:extLst>
          </p:cNvPr>
          <p:cNvSpPr>
            <a:spLocks noChangeAspect="1"/>
          </p:cNvSpPr>
          <p:nvPr/>
        </p:nvSpPr>
        <p:spPr>
          <a:xfrm>
            <a:off x="8829963" y="62270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1" name="斜め縞 140">
            <a:extLst>
              <a:ext uri="{FF2B5EF4-FFF2-40B4-BE49-F238E27FC236}">
                <a16:creationId xmlns="" xmlns:a16="http://schemas.microsoft.com/office/drawing/2014/main" id="{CD38D76A-3775-48C8-9542-87B97D435D62}"/>
              </a:ext>
            </a:extLst>
          </p:cNvPr>
          <p:cNvSpPr>
            <a:spLocks noChangeAspect="1"/>
          </p:cNvSpPr>
          <p:nvPr/>
        </p:nvSpPr>
        <p:spPr>
          <a:xfrm>
            <a:off x="9744362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2" name="斜め縞 141">
            <a:extLst>
              <a:ext uri="{FF2B5EF4-FFF2-40B4-BE49-F238E27FC236}">
                <a16:creationId xmlns="" xmlns:a16="http://schemas.microsoft.com/office/drawing/2014/main" id="{8EAA5298-77BF-4C24-B78E-20E3B33C80AE}"/>
              </a:ext>
            </a:extLst>
          </p:cNvPr>
          <p:cNvSpPr>
            <a:spLocks noChangeAspect="1"/>
          </p:cNvSpPr>
          <p:nvPr/>
        </p:nvSpPr>
        <p:spPr>
          <a:xfrm>
            <a:off x="11573163" y="34838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3" name="斜め縞 142">
            <a:extLst>
              <a:ext uri="{FF2B5EF4-FFF2-40B4-BE49-F238E27FC236}">
                <a16:creationId xmlns="" xmlns:a16="http://schemas.microsoft.com/office/drawing/2014/main" id="{47B384AC-A6B7-4878-B466-03BBB3BDD528}"/>
              </a:ext>
            </a:extLst>
          </p:cNvPr>
          <p:cNvSpPr>
            <a:spLocks noChangeAspect="1"/>
          </p:cNvSpPr>
          <p:nvPr/>
        </p:nvSpPr>
        <p:spPr>
          <a:xfrm>
            <a:off x="10658762" y="43982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4" name="斜め縞 143">
            <a:extLst>
              <a:ext uri="{FF2B5EF4-FFF2-40B4-BE49-F238E27FC236}">
                <a16:creationId xmlns="" xmlns:a16="http://schemas.microsoft.com/office/drawing/2014/main" id="{511103C8-58AB-43D8-B2CB-55CB699CED32}"/>
              </a:ext>
            </a:extLst>
          </p:cNvPr>
          <p:cNvSpPr>
            <a:spLocks noChangeAspect="1"/>
          </p:cNvSpPr>
          <p:nvPr/>
        </p:nvSpPr>
        <p:spPr>
          <a:xfrm>
            <a:off x="11573163" y="34838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8" name="斜め縞 147">
            <a:extLst>
              <a:ext uri="{FF2B5EF4-FFF2-40B4-BE49-F238E27FC236}">
                <a16:creationId xmlns="" xmlns:a16="http://schemas.microsoft.com/office/drawing/2014/main" id="{12AF86AF-C5E6-427E-830E-A4941D55F74D}"/>
              </a:ext>
            </a:extLst>
          </p:cNvPr>
          <p:cNvSpPr>
            <a:spLocks noChangeAspect="1"/>
          </p:cNvSpPr>
          <p:nvPr/>
        </p:nvSpPr>
        <p:spPr>
          <a:xfrm rot="10800000">
            <a:off x="10735009" y="529062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57E5EFE6-347E-4944-B830-78224773D65A}"/>
              </a:ext>
            </a:extLst>
          </p:cNvPr>
          <p:cNvSpPr>
            <a:spLocks/>
          </p:cNvSpPr>
          <p:nvPr/>
        </p:nvSpPr>
        <p:spPr>
          <a:xfrm>
            <a:off x="766620" y="762723"/>
            <a:ext cx="10658763" cy="5332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0" y="158586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900" dirty="0">
                <a:ln w="3175">
                  <a:solidFill>
                    <a:srgbClr val="FF0000"/>
                  </a:solidFill>
                </a:ln>
                <a:solidFill>
                  <a:srgbClr val="FF0000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セーブデータを消去します。よろしいですか</a:t>
            </a:r>
            <a:endParaRPr lang="ja-JP" altLang="en-US" sz="3900" dirty="0">
              <a:ln w="3175">
                <a:solidFill>
                  <a:srgbClr val="FF0000"/>
                </a:solidFill>
              </a:ln>
              <a:solidFill>
                <a:srgbClr val="FF0000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22" name="フレーム 21" hidden="1"/>
          <p:cNvSpPr/>
          <p:nvPr/>
        </p:nvSpPr>
        <p:spPr>
          <a:xfrm>
            <a:off x="2268126" y="3209304"/>
            <a:ext cx="2778947" cy="1587473"/>
          </a:xfrm>
          <a:prstGeom prst="frame">
            <a:avLst>
              <a:gd name="adj1" fmla="val 13975"/>
            </a:avLst>
          </a:prstGeom>
          <a:solidFill>
            <a:srgbClr val="FFA1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0" y="3473162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　 　　消去</a:t>
            </a:r>
            <a:endParaRPr lang="ja-JP" altLang="en-US" sz="72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23" name="正方形/長方形 22" hidden="1"/>
          <p:cNvSpPr/>
          <p:nvPr/>
        </p:nvSpPr>
        <p:spPr>
          <a:xfrm>
            <a:off x="2439197" y="3454159"/>
            <a:ext cx="2397207" cy="1141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2347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レーム 5">
            <a:extLst>
              <a:ext uri="{FF2B5EF4-FFF2-40B4-BE49-F238E27FC236}">
                <a16:creationId xmlns="" xmlns:a16="http://schemas.microsoft.com/office/drawing/2014/main" id="{B96DE60D-3802-4E40-A0B6-2D79BD1F9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12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レーム 4">
            <a:extLst>
              <a:ext uri="{FF2B5EF4-FFF2-40B4-BE49-F238E27FC236}">
                <a16:creationId xmlns="" xmlns:a16="http://schemas.microsoft.com/office/drawing/2014/main" id="{F56F4D2A-0F9B-437D-98FD-DB281DCC2374}"/>
              </a:ext>
            </a:extLst>
          </p:cNvPr>
          <p:cNvSpPr/>
          <p:nvPr/>
        </p:nvSpPr>
        <p:spPr>
          <a:xfrm>
            <a:off x="0" y="-10"/>
            <a:ext cx="12192000" cy="6873000"/>
          </a:xfrm>
          <a:prstGeom prst="frame">
            <a:avLst>
              <a:gd name="adj1" fmla="val 978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斜め縞 6">
            <a:extLst>
              <a:ext uri="{FF2B5EF4-FFF2-40B4-BE49-F238E27FC236}">
                <a16:creationId xmlns="" xmlns:a16="http://schemas.microsoft.com/office/drawing/2014/main" id="{F5637F69-17D3-48F1-919D-26C57263F645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" name="斜め縞 9">
            <a:extLst>
              <a:ext uri="{FF2B5EF4-FFF2-40B4-BE49-F238E27FC236}">
                <a16:creationId xmlns="" xmlns:a16="http://schemas.microsoft.com/office/drawing/2014/main" id="{8D39A06C-25FA-40A6-83C9-12A567A4326A}"/>
              </a:ext>
            </a:extLst>
          </p:cNvPr>
          <p:cNvSpPr>
            <a:spLocks noChangeAspect="1"/>
          </p:cNvSpPr>
          <p:nvPr/>
        </p:nvSpPr>
        <p:spPr>
          <a:xfrm>
            <a:off x="-1" y="182880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" name="斜め縞 10">
            <a:extLst>
              <a:ext uri="{FF2B5EF4-FFF2-40B4-BE49-F238E27FC236}">
                <a16:creationId xmlns="" xmlns:a16="http://schemas.microsoft.com/office/drawing/2014/main" id="{BFF92C62-2613-4DCC-848C-B694454A67FC}"/>
              </a:ext>
            </a:extLst>
          </p:cNvPr>
          <p:cNvSpPr>
            <a:spLocks noChangeAspect="1"/>
          </p:cNvSpPr>
          <p:nvPr/>
        </p:nvSpPr>
        <p:spPr>
          <a:xfrm>
            <a:off x="1828801" y="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" name="斜め縞 11">
            <a:extLst>
              <a:ext uri="{FF2B5EF4-FFF2-40B4-BE49-F238E27FC236}">
                <a16:creationId xmlns="" xmlns:a16="http://schemas.microsoft.com/office/drawing/2014/main" id="{06DFC881-51CE-4E8F-BB37-53F63E931DDC}"/>
              </a:ext>
            </a:extLst>
          </p:cNvPr>
          <p:cNvSpPr>
            <a:spLocks noChangeAspect="1"/>
          </p:cNvSpPr>
          <p:nvPr/>
        </p:nvSpPr>
        <p:spPr>
          <a:xfrm>
            <a:off x="914400" y="914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斜め縞 13">
            <a:extLst>
              <a:ext uri="{FF2B5EF4-FFF2-40B4-BE49-F238E27FC236}">
                <a16:creationId xmlns="" xmlns:a16="http://schemas.microsoft.com/office/drawing/2014/main" id="{5B9CFC53-AC59-411F-A72F-672512E5906E}"/>
              </a:ext>
            </a:extLst>
          </p:cNvPr>
          <p:cNvSpPr>
            <a:spLocks noChangeAspect="1"/>
          </p:cNvSpPr>
          <p:nvPr/>
        </p:nvSpPr>
        <p:spPr>
          <a:xfrm>
            <a:off x="2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5" name="斜め縞 14">
            <a:extLst>
              <a:ext uri="{FF2B5EF4-FFF2-40B4-BE49-F238E27FC236}">
                <a16:creationId xmlns="" xmlns:a16="http://schemas.microsoft.com/office/drawing/2014/main" id="{45DA5543-8D19-4DC0-AF7A-60817C502870}"/>
              </a:ext>
            </a:extLst>
          </p:cNvPr>
          <p:cNvSpPr>
            <a:spLocks noChangeAspect="1"/>
          </p:cNvSpPr>
          <p:nvPr/>
        </p:nvSpPr>
        <p:spPr>
          <a:xfrm>
            <a:off x="1828803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6" name="斜め縞 15">
            <a:extLst>
              <a:ext uri="{FF2B5EF4-FFF2-40B4-BE49-F238E27FC236}">
                <a16:creationId xmlns="" xmlns:a16="http://schemas.microsoft.com/office/drawing/2014/main" id="{D58C6D79-0560-415A-930F-82876DED6871}"/>
              </a:ext>
            </a:extLst>
          </p:cNvPr>
          <p:cNvSpPr>
            <a:spLocks noChangeAspect="1"/>
          </p:cNvSpPr>
          <p:nvPr/>
        </p:nvSpPr>
        <p:spPr>
          <a:xfrm>
            <a:off x="914402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8" name="斜め縞 17">
            <a:extLst>
              <a:ext uri="{FF2B5EF4-FFF2-40B4-BE49-F238E27FC236}">
                <a16:creationId xmlns="" xmlns:a16="http://schemas.microsoft.com/office/drawing/2014/main" id="{1DAE5794-6716-4579-B21E-4E49AC5A59A4}"/>
              </a:ext>
            </a:extLst>
          </p:cNvPr>
          <p:cNvSpPr>
            <a:spLocks noChangeAspect="1"/>
          </p:cNvSpPr>
          <p:nvPr/>
        </p:nvSpPr>
        <p:spPr>
          <a:xfrm>
            <a:off x="1828801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9" name="斜め縞 18">
            <a:extLst>
              <a:ext uri="{FF2B5EF4-FFF2-40B4-BE49-F238E27FC236}">
                <a16:creationId xmlns="" xmlns:a16="http://schemas.microsoft.com/office/drawing/2014/main" id="{9A3CC7A0-2F6F-4322-8D89-3ED23F908F7C}"/>
              </a:ext>
            </a:extLst>
          </p:cNvPr>
          <p:cNvSpPr>
            <a:spLocks noChangeAspect="1"/>
          </p:cNvSpPr>
          <p:nvPr/>
        </p:nvSpPr>
        <p:spPr>
          <a:xfrm>
            <a:off x="3657602" y="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斜め縞 19">
            <a:extLst>
              <a:ext uri="{FF2B5EF4-FFF2-40B4-BE49-F238E27FC236}">
                <a16:creationId xmlns="" xmlns:a16="http://schemas.microsoft.com/office/drawing/2014/main" id="{14476A1C-88E4-437B-A2EC-A4F28C6E3640}"/>
              </a:ext>
            </a:extLst>
          </p:cNvPr>
          <p:cNvSpPr>
            <a:spLocks noChangeAspect="1"/>
          </p:cNvSpPr>
          <p:nvPr/>
        </p:nvSpPr>
        <p:spPr>
          <a:xfrm>
            <a:off x="2743201" y="9144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1" name="斜め縞 30">
            <a:extLst>
              <a:ext uri="{FF2B5EF4-FFF2-40B4-BE49-F238E27FC236}">
                <a16:creationId xmlns="" xmlns:a16="http://schemas.microsoft.com/office/drawing/2014/main" id="{CD104AE0-58C9-48AF-AE13-DB3800AD85E1}"/>
              </a:ext>
            </a:extLst>
          </p:cNvPr>
          <p:cNvSpPr>
            <a:spLocks noChangeAspect="1"/>
          </p:cNvSpPr>
          <p:nvPr/>
        </p:nvSpPr>
        <p:spPr>
          <a:xfrm>
            <a:off x="2" y="54864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2" name="斜め縞 31">
            <a:extLst>
              <a:ext uri="{FF2B5EF4-FFF2-40B4-BE49-F238E27FC236}">
                <a16:creationId xmlns="" xmlns:a16="http://schemas.microsoft.com/office/drawing/2014/main" id="{B106958E-D9E3-4830-9AB0-40F3699A0FE6}"/>
              </a:ext>
            </a:extLst>
          </p:cNvPr>
          <p:cNvSpPr>
            <a:spLocks noChangeAspect="1"/>
          </p:cNvSpPr>
          <p:nvPr/>
        </p:nvSpPr>
        <p:spPr>
          <a:xfrm>
            <a:off x="1828803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3" name="斜め縞 32">
            <a:extLst>
              <a:ext uri="{FF2B5EF4-FFF2-40B4-BE49-F238E27FC236}">
                <a16:creationId xmlns="" xmlns:a16="http://schemas.microsoft.com/office/drawing/2014/main" id="{2DFE26CA-CCC2-4A24-B04F-E53B03D32A69}"/>
              </a:ext>
            </a:extLst>
          </p:cNvPr>
          <p:cNvSpPr>
            <a:spLocks noChangeAspect="1"/>
          </p:cNvSpPr>
          <p:nvPr/>
        </p:nvSpPr>
        <p:spPr>
          <a:xfrm>
            <a:off x="914402" y="45720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4" name="斜め縞 33">
            <a:extLst>
              <a:ext uri="{FF2B5EF4-FFF2-40B4-BE49-F238E27FC236}">
                <a16:creationId xmlns="" xmlns:a16="http://schemas.microsoft.com/office/drawing/2014/main" id="{E65A9004-DD5E-4B64-8272-2F3EED660F95}"/>
              </a:ext>
            </a:extLst>
          </p:cNvPr>
          <p:cNvSpPr>
            <a:spLocks noChangeAspect="1"/>
          </p:cNvSpPr>
          <p:nvPr/>
        </p:nvSpPr>
        <p:spPr>
          <a:xfrm>
            <a:off x="1828801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5" name="斜め縞 34">
            <a:extLst>
              <a:ext uri="{FF2B5EF4-FFF2-40B4-BE49-F238E27FC236}">
                <a16:creationId xmlns="" xmlns:a16="http://schemas.microsoft.com/office/drawing/2014/main" id="{11EC662C-A093-42CC-8CDC-DE6980BC781F}"/>
              </a:ext>
            </a:extLst>
          </p:cNvPr>
          <p:cNvSpPr>
            <a:spLocks noChangeAspect="1"/>
          </p:cNvSpPr>
          <p:nvPr/>
        </p:nvSpPr>
        <p:spPr>
          <a:xfrm>
            <a:off x="3657602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6" name="斜め縞 35">
            <a:extLst>
              <a:ext uri="{FF2B5EF4-FFF2-40B4-BE49-F238E27FC236}">
                <a16:creationId xmlns="" xmlns:a16="http://schemas.microsoft.com/office/drawing/2014/main" id="{469365FD-962D-432A-8B4B-7CAAD308E5A6}"/>
              </a:ext>
            </a:extLst>
          </p:cNvPr>
          <p:cNvSpPr>
            <a:spLocks noChangeAspect="1"/>
          </p:cNvSpPr>
          <p:nvPr/>
        </p:nvSpPr>
        <p:spPr>
          <a:xfrm>
            <a:off x="2743201" y="285863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8" name="斜め縞 37">
            <a:extLst>
              <a:ext uri="{FF2B5EF4-FFF2-40B4-BE49-F238E27FC236}">
                <a16:creationId xmlns="" xmlns:a16="http://schemas.microsoft.com/office/drawing/2014/main" id="{09D5A57B-82A6-49F7-80D3-721A2F29C505}"/>
              </a:ext>
            </a:extLst>
          </p:cNvPr>
          <p:cNvSpPr>
            <a:spLocks noChangeAspect="1"/>
          </p:cNvSpPr>
          <p:nvPr/>
        </p:nvSpPr>
        <p:spPr>
          <a:xfrm>
            <a:off x="3657602" y="18288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1" name="斜め縞 40">
            <a:extLst>
              <a:ext uri="{FF2B5EF4-FFF2-40B4-BE49-F238E27FC236}">
                <a16:creationId xmlns="" xmlns:a16="http://schemas.microsoft.com/office/drawing/2014/main" id="{755E9995-2631-4DE8-A865-C6E8FEFA87C9}"/>
              </a:ext>
            </a:extLst>
          </p:cNvPr>
          <p:cNvSpPr>
            <a:spLocks noChangeAspect="1"/>
          </p:cNvSpPr>
          <p:nvPr/>
        </p:nvSpPr>
        <p:spPr>
          <a:xfrm>
            <a:off x="548640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2" name="斜め縞 41">
            <a:extLst>
              <a:ext uri="{FF2B5EF4-FFF2-40B4-BE49-F238E27FC236}">
                <a16:creationId xmlns="" xmlns:a16="http://schemas.microsoft.com/office/drawing/2014/main" id="{8E848547-DB7B-4571-8E65-6D4CF125C77B}"/>
              </a:ext>
            </a:extLst>
          </p:cNvPr>
          <p:cNvSpPr>
            <a:spLocks noChangeAspect="1"/>
          </p:cNvSpPr>
          <p:nvPr/>
        </p:nvSpPr>
        <p:spPr>
          <a:xfrm>
            <a:off x="4572000" y="9143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2" name="斜め縞 61">
            <a:extLst>
              <a:ext uri="{FF2B5EF4-FFF2-40B4-BE49-F238E27FC236}">
                <a16:creationId xmlns="" xmlns:a16="http://schemas.microsoft.com/office/drawing/2014/main" id="{C079BE89-275D-4145-88C5-FF9150316B6C}"/>
              </a:ext>
            </a:extLst>
          </p:cNvPr>
          <p:cNvSpPr>
            <a:spLocks noChangeAspect="1"/>
          </p:cNvSpPr>
          <p:nvPr/>
        </p:nvSpPr>
        <p:spPr>
          <a:xfrm>
            <a:off x="1887964" y="5486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3" name="斜め縞 62">
            <a:extLst>
              <a:ext uri="{FF2B5EF4-FFF2-40B4-BE49-F238E27FC236}">
                <a16:creationId xmlns="" xmlns:a16="http://schemas.microsoft.com/office/drawing/2014/main" id="{7E15469B-48B9-49EC-8CC1-21DE3C6FDD17}"/>
              </a:ext>
            </a:extLst>
          </p:cNvPr>
          <p:cNvSpPr>
            <a:spLocks noChangeAspect="1"/>
          </p:cNvSpPr>
          <p:nvPr/>
        </p:nvSpPr>
        <p:spPr>
          <a:xfrm>
            <a:off x="3716765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4" name="斜め縞 63">
            <a:extLst>
              <a:ext uri="{FF2B5EF4-FFF2-40B4-BE49-F238E27FC236}">
                <a16:creationId xmlns="" xmlns:a16="http://schemas.microsoft.com/office/drawing/2014/main" id="{7C42D055-D439-477E-A528-1A0B07B08797}"/>
              </a:ext>
            </a:extLst>
          </p:cNvPr>
          <p:cNvSpPr>
            <a:spLocks noChangeAspect="1"/>
          </p:cNvSpPr>
          <p:nvPr/>
        </p:nvSpPr>
        <p:spPr>
          <a:xfrm>
            <a:off x="2802364" y="45719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5" name="斜め縞 64">
            <a:extLst>
              <a:ext uri="{FF2B5EF4-FFF2-40B4-BE49-F238E27FC236}">
                <a16:creationId xmlns="" xmlns:a16="http://schemas.microsoft.com/office/drawing/2014/main" id="{EF95460E-1B5F-40B8-B7E9-F991B3556642}"/>
              </a:ext>
            </a:extLst>
          </p:cNvPr>
          <p:cNvSpPr>
            <a:spLocks noChangeAspect="1"/>
          </p:cNvSpPr>
          <p:nvPr/>
        </p:nvSpPr>
        <p:spPr>
          <a:xfrm>
            <a:off x="3716763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6" name="斜め縞 65">
            <a:extLst>
              <a:ext uri="{FF2B5EF4-FFF2-40B4-BE49-F238E27FC236}">
                <a16:creationId xmlns="" xmlns:a16="http://schemas.microsoft.com/office/drawing/2014/main" id="{7CF1533A-D015-46B7-8189-FE85229318A4}"/>
              </a:ext>
            </a:extLst>
          </p:cNvPr>
          <p:cNvSpPr>
            <a:spLocks noChangeAspect="1"/>
          </p:cNvSpPr>
          <p:nvPr/>
        </p:nvSpPr>
        <p:spPr>
          <a:xfrm>
            <a:off x="5545564" y="18288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7" name="斜め縞 66">
            <a:extLst>
              <a:ext uri="{FF2B5EF4-FFF2-40B4-BE49-F238E27FC236}">
                <a16:creationId xmlns="" xmlns:a16="http://schemas.microsoft.com/office/drawing/2014/main" id="{C1051EC0-2D55-4541-857F-048A5346BF1D}"/>
              </a:ext>
            </a:extLst>
          </p:cNvPr>
          <p:cNvSpPr>
            <a:spLocks noChangeAspect="1"/>
          </p:cNvSpPr>
          <p:nvPr/>
        </p:nvSpPr>
        <p:spPr>
          <a:xfrm>
            <a:off x="4631163" y="285863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8" name="斜め縞 67">
            <a:extLst>
              <a:ext uri="{FF2B5EF4-FFF2-40B4-BE49-F238E27FC236}">
                <a16:creationId xmlns="" xmlns:a16="http://schemas.microsoft.com/office/drawing/2014/main" id="{8C9632F0-DF14-4BEF-8E50-5ECA2A23B3AD}"/>
              </a:ext>
            </a:extLst>
          </p:cNvPr>
          <p:cNvSpPr>
            <a:spLocks noChangeAspect="1"/>
          </p:cNvSpPr>
          <p:nvPr/>
        </p:nvSpPr>
        <p:spPr>
          <a:xfrm>
            <a:off x="5545564" y="1828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9" name="斜め縞 68">
            <a:extLst>
              <a:ext uri="{FF2B5EF4-FFF2-40B4-BE49-F238E27FC236}">
                <a16:creationId xmlns="" xmlns:a16="http://schemas.microsoft.com/office/drawing/2014/main" id="{4969ABFC-9D30-4653-B2C3-8DE383B7E3C0}"/>
              </a:ext>
            </a:extLst>
          </p:cNvPr>
          <p:cNvSpPr>
            <a:spLocks noChangeAspect="1"/>
          </p:cNvSpPr>
          <p:nvPr/>
        </p:nvSpPr>
        <p:spPr>
          <a:xfrm>
            <a:off x="7374363" y="-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0" name="斜め縞 69">
            <a:extLst>
              <a:ext uri="{FF2B5EF4-FFF2-40B4-BE49-F238E27FC236}">
                <a16:creationId xmlns="" xmlns:a16="http://schemas.microsoft.com/office/drawing/2014/main" id="{8C43A38A-2EAC-48FE-AE79-83D8DD6B49D5}"/>
              </a:ext>
            </a:extLst>
          </p:cNvPr>
          <p:cNvSpPr>
            <a:spLocks noChangeAspect="1"/>
          </p:cNvSpPr>
          <p:nvPr/>
        </p:nvSpPr>
        <p:spPr>
          <a:xfrm>
            <a:off x="6459962" y="91439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1" name="斜め縞 70">
            <a:extLst>
              <a:ext uri="{FF2B5EF4-FFF2-40B4-BE49-F238E27FC236}">
                <a16:creationId xmlns="" xmlns:a16="http://schemas.microsoft.com/office/drawing/2014/main" id="{00BDB737-45D5-4910-90A9-4D5ADD8F2D8E}"/>
              </a:ext>
            </a:extLst>
          </p:cNvPr>
          <p:cNvSpPr>
            <a:spLocks noChangeAspect="1"/>
          </p:cNvSpPr>
          <p:nvPr/>
        </p:nvSpPr>
        <p:spPr>
          <a:xfrm>
            <a:off x="971254" y="6400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斜め縞 96">
            <a:extLst>
              <a:ext uri="{FF2B5EF4-FFF2-40B4-BE49-F238E27FC236}">
                <a16:creationId xmlns="" xmlns:a16="http://schemas.microsoft.com/office/drawing/2014/main" id="{10A20F70-8F8E-49DD-9738-75C92651DD49}"/>
              </a:ext>
            </a:extLst>
          </p:cNvPr>
          <p:cNvSpPr>
            <a:spLocks noChangeAspect="1"/>
          </p:cNvSpPr>
          <p:nvPr/>
        </p:nvSpPr>
        <p:spPr>
          <a:xfrm>
            <a:off x="3756366" y="54863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8" name="斜め縞 97">
            <a:extLst>
              <a:ext uri="{FF2B5EF4-FFF2-40B4-BE49-F238E27FC236}">
                <a16:creationId xmlns="" xmlns:a16="http://schemas.microsoft.com/office/drawing/2014/main" id="{FF21EE41-444D-4B1B-BF96-884F1C1E06EF}"/>
              </a:ext>
            </a:extLst>
          </p:cNvPr>
          <p:cNvSpPr>
            <a:spLocks noChangeAspect="1"/>
          </p:cNvSpPr>
          <p:nvPr/>
        </p:nvSpPr>
        <p:spPr>
          <a:xfrm>
            <a:off x="5585167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9" name="斜め縞 98">
            <a:extLst>
              <a:ext uri="{FF2B5EF4-FFF2-40B4-BE49-F238E27FC236}">
                <a16:creationId xmlns="" xmlns:a16="http://schemas.microsoft.com/office/drawing/2014/main" id="{274E98DB-AAB0-4515-BBBA-BF17EBDF5EE1}"/>
              </a:ext>
            </a:extLst>
          </p:cNvPr>
          <p:cNvSpPr>
            <a:spLocks noChangeAspect="1"/>
          </p:cNvSpPr>
          <p:nvPr/>
        </p:nvSpPr>
        <p:spPr>
          <a:xfrm>
            <a:off x="4670766" y="45719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0" name="斜め縞 99">
            <a:extLst>
              <a:ext uri="{FF2B5EF4-FFF2-40B4-BE49-F238E27FC236}">
                <a16:creationId xmlns="" xmlns:a16="http://schemas.microsoft.com/office/drawing/2014/main" id="{92292505-2A61-47D2-832D-0B204C9EFF4D}"/>
              </a:ext>
            </a:extLst>
          </p:cNvPr>
          <p:cNvSpPr>
            <a:spLocks noChangeAspect="1"/>
          </p:cNvSpPr>
          <p:nvPr/>
        </p:nvSpPr>
        <p:spPr>
          <a:xfrm>
            <a:off x="5585165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1" name="斜め縞 100">
            <a:extLst>
              <a:ext uri="{FF2B5EF4-FFF2-40B4-BE49-F238E27FC236}">
                <a16:creationId xmlns="" xmlns:a16="http://schemas.microsoft.com/office/drawing/2014/main" id="{45DF1669-CADD-4AC7-BD75-7A9F9F9489D6}"/>
              </a:ext>
            </a:extLst>
          </p:cNvPr>
          <p:cNvSpPr>
            <a:spLocks noChangeAspect="1"/>
          </p:cNvSpPr>
          <p:nvPr/>
        </p:nvSpPr>
        <p:spPr>
          <a:xfrm>
            <a:off x="7413966" y="18287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2" name="斜め縞 101">
            <a:extLst>
              <a:ext uri="{FF2B5EF4-FFF2-40B4-BE49-F238E27FC236}">
                <a16:creationId xmlns="" xmlns:a16="http://schemas.microsoft.com/office/drawing/2014/main" id="{E61201B5-1591-4EE9-B150-BFA693895A11}"/>
              </a:ext>
            </a:extLst>
          </p:cNvPr>
          <p:cNvSpPr>
            <a:spLocks noChangeAspect="1"/>
          </p:cNvSpPr>
          <p:nvPr/>
        </p:nvSpPr>
        <p:spPr>
          <a:xfrm>
            <a:off x="6499565" y="285862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3" name="斜め縞 102">
            <a:extLst>
              <a:ext uri="{FF2B5EF4-FFF2-40B4-BE49-F238E27FC236}">
                <a16:creationId xmlns="" xmlns:a16="http://schemas.microsoft.com/office/drawing/2014/main" id="{3A57C5B1-7188-4494-B367-DCCFF616FE3B}"/>
              </a:ext>
            </a:extLst>
          </p:cNvPr>
          <p:cNvSpPr>
            <a:spLocks noChangeAspect="1"/>
          </p:cNvSpPr>
          <p:nvPr/>
        </p:nvSpPr>
        <p:spPr>
          <a:xfrm>
            <a:off x="7413966" y="1828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4" name="斜め縞 103">
            <a:extLst>
              <a:ext uri="{FF2B5EF4-FFF2-40B4-BE49-F238E27FC236}">
                <a16:creationId xmlns="" xmlns:a16="http://schemas.microsoft.com/office/drawing/2014/main" id="{EDAF28C9-A9FA-4FF2-B72D-031BC2F29F1C}"/>
              </a:ext>
            </a:extLst>
          </p:cNvPr>
          <p:cNvSpPr>
            <a:spLocks noChangeAspect="1"/>
          </p:cNvSpPr>
          <p:nvPr/>
        </p:nvSpPr>
        <p:spPr>
          <a:xfrm>
            <a:off x="9242765" y="-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5" name="斜め縞 104">
            <a:extLst>
              <a:ext uri="{FF2B5EF4-FFF2-40B4-BE49-F238E27FC236}">
                <a16:creationId xmlns="" xmlns:a16="http://schemas.microsoft.com/office/drawing/2014/main" id="{D893A36A-7B5C-421D-B9BE-648067619403}"/>
              </a:ext>
            </a:extLst>
          </p:cNvPr>
          <p:cNvSpPr>
            <a:spLocks noChangeAspect="1"/>
          </p:cNvSpPr>
          <p:nvPr/>
        </p:nvSpPr>
        <p:spPr>
          <a:xfrm>
            <a:off x="8328364" y="91439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6" name="斜め縞 105">
            <a:extLst>
              <a:ext uri="{FF2B5EF4-FFF2-40B4-BE49-F238E27FC236}">
                <a16:creationId xmlns="" xmlns:a16="http://schemas.microsoft.com/office/drawing/2014/main" id="{220621A3-304E-48B6-A0A7-E90A4444C13C}"/>
              </a:ext>
            </a:extLst>
          </p:cNvPr>
          <p:cNvSpPr>
            <a:spLocks noChangeAspect="1"/>
          </p:cNvSpPr>
          <p:nvPr/>
        </p:nvSpPr>
        <p:spPr>
          <a:xfrm>
            <a:off x="2844394" y="6400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8" name="斜め縞 107">
            <a:extLst>
              <a:ext uri="{FF2B5EF4-FFF2-40B4-BE49-F238E27FC236}">
                <a16:creationId xmlns="" xmlns:a16="http://schemas.microsoft.com/office/drawing/2014/main" id="{1CB7302B-5613-4CB8-A926-E8A812EFFFCE}"/>
              </a:ext>
            </a:extLst>
          </p:cNvPr>
          <p:cNvSpPr>
            <a:spLocks noChangeAspect="1"/>
          </p:cNvSpPr>
          <p:nvPr/>
        </p:nvSpPr>
        <p:spPr>
          <a:xfrm>
            <a:off x="5674579" y="54863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9" name="斜め縞 108">
            <a:extLst>
              <a:ext uri="{FF2B5EF4-FFF2-40B4-BE49-F238E27FC236}">
                <a16:creationId xmlns="" xmlns:a16="http://schemas.microsoft.com/office/drawing/2014/main" id="{F2C7892D-5D6F-40D8-88A7-15C23F4C6CF3}"/>
              </a:ext>
            </a:extLst>
          </p:cNvPr>
          <p:cNvSpPr>
            <a:spLocks noChangeAspect="1"/>
          </p:cNvSpPr>
          <p:nvPr/>
        </p:nvSpPr>
        <p:spPr>
          <a:xfrm>
            <a:off x="7503380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0" name="斜め縞 109">
            <a:extLst>
              <a:ext uri="{FF2B5EF4-FFF2-40B4-BE49-F238E27FC236}">
                <a16:creationId xmlns="" xmlns:a16="http://schemas.microsoft.com/office/drawing/2014/main" id="{66AFC0C4-DA7D-434C-BC27-532521AC9174}"/>
              </a:ext>
            </a:extLst>
          </p:cNvPr>
          <p:cNvSpPr>
            <a:spLocks noChangeAspect="1"/>
          </p:cNvSpPr>
          <p:nvPr/>
        </p:nvSpPr>
        <p:spPr>
          <a:xfrm>
            <a:off x="6588979" y="45719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1" name="斜め縞 110">
            <a:extLst>
              <a:ext uri="{FF2B5EF4-FFF2-40B4-BE49-F238E27FC236}">
                <a16:creationId xmlns="" xmlns:a16="http://schemas.microsoft.com/office/drawing/2014/main" id="{54C7036B-7128-4BA0-886D-70EDAF187BFE}"/>
              </a:ext>
            </a:extLst>
          </p:cNvPr>
          <p:cNvSpPr>
            <a:spLocks noChangeAspect="1"/>
          </p:cNvSpPr>
          <p:nvPr/>
        </p:nvSpPr>
        <p:spPr>
          <a:xfrm>
            <a:off x="7503378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2" name="斜め縞 111">
            <a:extLst>
              <a:ext uri="{FF2B5EF4-FFF2-40B4-BE49-F238E27FC236}">
                <a16:creationId xmlns="" xmlns:a16="http://schemas.microsoft.com/office/drawing/2014/main" id="{48E05FCC-C886-4A1B-A9A1-80CDFDE90D68}"/>
              </a:ext>
            </a:extLst>
          </p:cNvPr>
          <p:cNvSpPr>
            <a:spLocks noChangeAspect="1"/>
          </p:cNvSpPr>
          <p:nvPr/>
        </p:nvSpPr>
        <p:spPr>
          <a:xfrm>
            <a:off x="9332179" y="18287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3" name="斜め縞 112">
            <a:extLst>
              <a:ext uri="{FF2B5EF4-FFF2-40B4-BE49-F238E27FC236}">
                <a16:creationId xmlns="" xmlns:a16="http://schemas.microsoft.com/office/drawing/2014/main" id="{561AF290-C558-4B78-ADD3-A71B234EDCA7}"/>
              </a:ext>
            </a:extLst>
          </p:cNvPr>
          <p:cNvSpPr>
            <a:spLocks noChangeAspect="1"/>
          </p:cNvSpPr>
          <p:nvPr/>
        </p:nvSpPr>
        <p:spPr>
          <a:xfrm>
            <a:off x="8417778" y="28586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4" name="斜め縞 113">
            <a:extLst>
              <a:ext uri="{FF2B5EF4-FFF2-40B4-BE49-F238E27FC236}">
                <a16:creationId xmlns="" xmlns:a16="http://schemas.microsoft.com/office/drawing/2014/main" id="{83E2C327-A7C7-4A70-A026-95D6600C6E65}"/>
              </a:ext>
            </a:extLst>
          </p:cNvPr>
          <p:cNvSpPr>
            <a:spLocks noChangeAspect="1"/>
          </p:cNvSpPr>
          <p:nvPr/>
        </p:nvSpPr>
        <p:spPr>
          <a:xfrm>
            <a:off x="9332179" y="1828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5" name="斜め縞 114">
            <a:extLst>
              <a:ext uri="{FF2B5EF4-FFF2-40B4-BE49-F238E27FC236}">
                <a16:creationId xmlns="" xmlns:a16="http://schemas.microsoft.com/office/drawing/2014/main" id="{E5ED0124-4668-4075-BC6F-0B91C0433898}"/>
              </a:ext>
            </a:extLst>
          </p:cNvPr>
          <p:cNvSpPr>
            <a:spLocks noChangeAspect="1"/>
          </p:cNvSpPr>
          <p:nvPr/>
        </p:nvSpPr>
        <p:spPr>
          <a:xfrm>
            <a:off x="11160978" y="-149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6" name="斜め縞 115">
            <a:extLst>
              <a:ext uri="{FF2B5EF4-FFF2-40B4-BE49-F238E27FC236}">
                <a16:creationId xmlns="" xmlns:a16="http://schemas.microsoft.com/office/drawing/2014/main" id="{66273BA8-4A9C-4130-AC1C-19E2F6A59086}"/>
              </a:ext>
            </a:extLst>
          </p:cNvPr>
          <p:cNvSpPr>
            <a:spLocks noChangeAspect="1"/>
          </p:cNvSpPr>
          <p:nvPr/>
        </p:nvSpPr>
        <p:spPr>
          <a:xfrm>
            <a:off x="10246577" y="91439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7" name="斜め縞 116">
            <a:extLst>
              <a:ext uri="{FF2B5EF4-FFF2-40B4-BE49-F238E27FC236}">
                <a16:creationId xmlns="" xmlns:a16="http://schemas.microsoft.com/office/drawing/2014/main" id="{15182215-4369-4048-8AAF-F8A733B500FE}"/>
              </a:ext>
            </a:extLst>
          </p:cNvPr>
          <p:cNvSpPr>
            <a:spLocks noChangeAspect="1"/>
          </p:cNvSpPr>
          <p:nvPr/>
        </p:nvSpPr>
        <p:spPr>
          <a:xfrm>
            <a:off x="4757869" y="6400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8" name="斜め縞 127">
            <a:extLst>
              <a:ext uri="{FF2B5EF4-FFF2-40B4-BE49-F238E27FC236}">
                <a16:creationId xmlns="" xmlns:a16="http://schemas.microsoft.com/office/drawing/2014/main" id="{64D3062E-432F-4323-AC2D-B8BCD96027E5}"/>
              </a:ext>
            </a:extLst>
          </p:cNvPr>
          <p:cNvSpPr>
            <a:spLocks noChangeAspect="1"/>
          </p:cNvSpPr>
          <p:nvPr/>
        </p:nvSpPr>
        <p:spPr>
          <a:xfrm>
            <a:off x="6853382" y="62491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9" name="斜め縞 128">
            <a:extLst>
              <a:ext uri="{FF2B5EF4-FFF2-40B4-BE49-F238E27FC236}">
                <a16:creationId xmlns="" xmlns:a16="http://schemas.microsoft.com/office/drawing/2014/main" id="{8142FD8F-A34D-4BC4-851E-E62A3CB11779}"/>
              </a:ext>
            </a:extLst>
          </p:cNvPr>
          <p:cNvSpPr>
            <a:spLocks noChangeAspect="1"/>
          </p:cNvSpPr>
          <p:nvPr/>
        </p:nvSpPr>
        <p:spPr>
          <a:xfrm>
            <a:off x="8682183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0" name="斜め縞 129">
            <a:extLst>
              <a:ext uri="{FF2B5EF4-FFF2-40B4-BE49-F238E27FC236}">
                <a16:creationId xmlns="" xmlns:a16="http://schemas.microsoft.com/office/drawing/2014/main" id="{A1B6FEAB-51D6-43B8-A1CB-6133A246028E}"/>
              </a:ext>
            </a:extLst>
          </p:cNvPr>
          <p:cNvSpPr>
            <a:spLocks noChangeAspect="1"/>
          </p:cNvSpPr>
          <p:nvPr/>
        </p:nvSpPr>
        <p:spPr>
          <a:xfrm>
            <a:off x="7767782" y="53347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1" name="斜め縞 130">
            <a:extLst>
              <a:ext uri="{FF2B5EF4-FFF2-40B4-BE49-F238E27FC236}">
                <a16:creationId xmlns="" xmlns:a16="http://schemas.microsoft.com/office/drawing/2014/main" id="{53217FA0-7FC3-477E-A3DF-7A3D5CA902E1}"/>
              </a:ext>
            </a:extLst>
          </p:cNvPr>
          <p:cNvSpPr>
            <a:spLocks noChangeAspect="1"/>
          </p:cNvSpPr>
          <p:nvPr/>
        </p:nvSpPr>
        <p:spPr>
          <a:xfrm>
            <a:off x="8682181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2" name="斜め縞 131">
            <a:extLst>
              <a:ext uri="{FF2B5EF4-FFF2-40B4-BE49-F238E27FC236}">
                <a16:creationId xmlns="" xmlns:a16="http://schemas.microsoft.com/office/drawing/2014/main" id="{3615C024-69BF-490A-A5F7-2026464002CE}"/>
              </a:ext>
            </a:extLst>
          </p:cNvPr>
          <p:cNvSpPr>
            <a:spLocks noChangeAspect="1"/>
          </p:cNvSpPr>
          <p:nvPr/>
        </p:nvSpPr>
        <p:spPr>
          <a:xfrm>
            <a:off x="10510982" y="25915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3" name="斜め縞 132">
            <a:extLst>
              <a:ext uri="{FF2B5EF4-FFF2-40B4-BE49-F238E27FC236}">
                <a16:creationId xmlns="" xmlns:a16="http://schemas.microsoft.com/office/drawing/2014/main" id="{41EC5DE9-FFDB-449D-B0FF-D6B451CF6275}"/>
              </a:ext>
            </a:extLst>
          </p:cNvPr>
          <p:cNvSpPr>
            <a:spLocks noChangeAspect="1"/>
          </p:cNvSpPr>
          <p:nvPr/>
        </p:nvSpPr>
        <p:spPr>
          <a:xfrm>
            <a:off x="9596581" y="35059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4" name="斜め縞 133">
            <a:extLst>
              <a:ext uri="{FF2B5EF4-FFF2-40B4-BE49-F238E27FC236}">
                <a16:creationId xmlns="" xmlns:a16="http://schemas.microsoft.com/office/drawing/2014/main" id="{48BFCE1F-ED67-4377-8FFF-6E564868CC06}"/>
              </a:ext>
            </a:extLst>
          </p:cNvPr>
          <p:cNvSpPr>
            <a:spLocks noChangeAspect="1"/>
          </p:cNvSpPr>
          <p:nvPr/>
        </p:nvSpPr>
        <p:spPr>
          <a:xfrm>
            <a:off x="10510982" y="25915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6" name="斜め縞 135">
            <a:extLst>
              <a:ext uri="{FF2B5EF4-FFF2-40B4-BE49-F238E27FC236}">
                <a16:creationId xmlns="" xmlns:a16="http://schemas.microsoft.com/office/drawing/2014/main" id="{2B3B074C-CC94-49C9-A094-7588054958D5}"/>
              </a:ext>
            </a:extLst>
          </p:cNvPr>
          <p:cNvSpPr>
            <a:spLocks noChangeAspect="1"/>
          </p:cNvSpPr>
          <p:nvPr/>
        </p:nvSpPr>
        <p:spPr>
          <a:xfrm>
            <a:off x="11425380" y="167712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9" name="斜め縞 138">
            <a:extLst>
              <a:ext uri="{FF2B5EF4-FFF2-40B4-BE49-F238E27FC236}">
                <a16:creationId xmlns="" xmlns:a16="http://schemas.microsoft.com/office/drawing/2014/main" id="{E5CA83C4-FBDD-4B9D-BA82-71703945653B}"/>
              </a:ext>
            </a:extLst>
          </p:cNvPr>
          <p:cNvSpPr>
            <a:spLocks noChangeAspect="1"/>
          </p:cNvSpPr>
          <p:nvPr/>
        </p:nvSpPr>
        <p:spPr>
          <a:xfrm>
            <a:off x="9744364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0" name="斜め縞 139">
            <a:extLst>
              <a:ext uri="{FF2B5EF4-FFF2-40B4-BE49-F238E27FC236}">
                <a16:creationId xmlns="" xmlns:a16="http://schemas.microsoft.com/office/drawing/2014/main" id="{56DCE4C5-C3CD-4A88-B77F-0F2D64711CFA}"/>
              </a:ext>
            </a:extLst>
          </p:cNvPr>
          <p:cNvSpPr>
            <a:spLocks noChangeAspect="1"/>
          </p:cNvSpPr>
          <p:nvPr/>
        </p:nvSpPr>
        <p:spPr>
          <a:xfrm>
            <a:off x="8829963" y="62270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1" name="斜め縞 140">
            <a:extLst>
              <a:ext uri="{FF2B5EF4-FFF2-40B4-BE49-F238E27FC236}">
                <a16:creationId xmlns="" xmlns:a16="http://schemas.microsoft.com/office/drawing/2014/main" id="{CD38D76A-3775-48C8-9542-87B97D435D62}"/>
              </a:ext>
            </a:extLst>
          </p:cNvPr>
          <p:cNvSpPr>
            <a:spLocks noChangeAspect="1"/>
          </p:cNvSpPr>
          <p:nvPr/>
        </p:nvSpPr>
        <p:spPr>
          <a:xfrm>
            <a:off x="9744362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2" name="斜め縞 141">
            <a:extLst>
              <a:ext uri="{FF2B5EF4-FFF2-40B4-BE49-F238E27FC236}">
                <a16:creationId xmlns="" xmlns:a16="http://schemas.microsoft.com/office/drawing/2014/main" id="{8EAA5298-77BF-4C24-B78E-20E3B33C80AE}"/>
              </a:ext>
            </a:extLst>
          </p:cNvPr>
          <p:cNvSpPr>
            <a:spLocks noChangeAspect="1"/>
          </p:cNvSpPr>
          <p:nvPr/>
        </p:nvSpPr>
        <p:spPr>
          <a:xfrm>
            <a:off x="11573163" y="34838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3" name="斜め縞 142">
            <a:extLst>
              <a:ext uri="{FF2B5EF4-FFF2-40B4-BE49-F238E27FC236}">
                <a16:creationId xmlns="" xmlns:a16="http://schemas.microsoft.com/office/drawing/2014/main" id="{47B384AC-A6B7-4878-B466-03BBB3BDD528}"/>
              </a:ext>
            </a:extLst>
          </p:cNvPr>
          <p:cNvSpPr>
            <a:spLocks noChangeAspect="1"/>
          </p:cNvSpPr>
          <p:nvPr/>
        </p:nvSpPr>
        <p:spPr>
          <a:xfrm>
            <a:off x="10658762" y="43982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4" name="斜め縞 143">
            <a:extLst>
              <a:ext uri="{FF2B5EF4-FFF2-40B4-BE49-F238E27FC236}">
                <a16:creationId xmlns="" xmlns:a16="http://schemas.microsoft.com/office/drawing/2014/main" id="{511103C8-58AB-43D8-B2CB-55CB699CED32}"/>
              </a:ext>
            </a:extLst>
          </p:cNvPr>
          <p:cNvSpPr>
            <a:spLocks noChangeAspect="1"/>
          </p:cNvSpPr>
          <p:nvPr/>
        </p:nvSpPr>
        <p:spPr>
          <a:xfrm>
            <a:off x="11573163" y="34838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8" name="斜め縞 147">
            <a:extLst>
              <a:ext uri="{FF2B5EF4-FFF2-40B4-BE49-F238E27FC236}">
                <a16:creationId xmlns="" xmlns:a16="http://schemas.microsoft.com/office/drawing/2014/main" id="{12AF86AF-C5E6-427E-830E-A4941D55F74D}"/>
              </a:ext>
            </a:extLst>
          </p:cNvPr>
          <p:cNvSpPr>
            <a:spLocks noChangeAspect="1"/>
          </p:cNvSpPr>
          <p:nvPr/>
        </p:nvSpPr>
        <p:spPr>
          <a:xfrm rot="10800000">
            <a:off x="10735009" y="529062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57E5EFE6-347E-4944-B830-78224773D65A}"/>
              </a:ext>
            </a:extLst>
          </p:cNvPr>
          <p:cNvSpPr>
            <a:spLocks/>
          </p:cNvSpPr>
          <p:nvPr/>
        </p:nvSpPr>
        <p:spPr>
          <a:xfrm>
            <a:off x="766620" y="762723"/>
            <a:ext cx="10658763" cy="5332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0" y="158586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900" dirty="0">
                <a:ln w="3175">
                  <a:solidFill>
                    <a:srgbClr val="FF0000"/>
                  </a:solidFill>
                </a:ln>
                <a:solidFill>
                  <a:srgbClr val="FF0000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セーブデータを消去します。よろしいですか</a:t>
            </a:r>
            <a:endParaRPr lang="ja-JP" altLang="en-US" sz="3900" dirty="0">
              <a:ln w="3175">
                <a:solidFill>
                  <a:srgbClr val="FF0000"/>
                </a:solidFill>
              </a:ln>
              <a:solidFill>
                <a:srgbClr val="FF0000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22" name="フレーム 21" hidden="1"/>
          <p:cNvSpPr/>
          <p:nvPr/>
        </p:nvSpPr>
        <p:spPr>
          <a:xfrm>
            <a:off x="2268126" y="3209304"/>
            <a:ext cx="2778947" cy="1587473"/>
          </a:xfrm>
          <a:prstGeom prst="frame">
            <a:avLst>
              <a:gd name="adj1" fmla="val 13975"/>
            </a:avLst>
          </a:prstGeom>
          <a:solidFill>
            <a:srgbClr val="FFA1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0" y="3473162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dirty="0">
                <a:latin typeface="源暎ゴシックN Bold" panose="020B0800000000000000" pitchFamily="34" charset="-128"/>
                <a:ea typeface="源暎ゴシックN Bold" panose="020B0800000000000000" pitchFamily="34" charset="-128"/>
              </a:rPr>
              <a:t>戻る　 　　消去</a:t>
            </a:r>
            <a:endParaRPr lang="ja-JP" altLang="en-US" sz="7200" dirty="0">
              <a:latin typeface="源暎ゴシックN Bold" panose="020B0800000000000000" pitchFamily="34" charset="-128"/>
              <a:ea typeface="源暎ゴシックN Bold" panose="020B0800000000000000" pitchFamily="34" charset="-128"/>
            </a:endParaRPr>
          </a:p>
        </p:txBody>
      </p:sp>
      <p:sp>
        <p:nvSpPr>
          <p:cNvPr id="23" name="正方形/長方形 22" hidden="1"/>
          <p:cNvSpPr/>
          <p:nvPr/>
        </p:nvSpPr>
        <p:spPr>
          <a:xfrm>
            <a:off x="2439197" y="3454159"/>
            <a:ext cx="2397207" cy="1141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51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レーム 5">
            <a:extLst>
              <a:ext uri="{FF2B5EF4-FFF2-40B4-BE49-F238E27FC236}">
                <a16:creationId xmlns="" xmlns:a16="http://schemas.microsoft.com/office/drawing/2014/main" id="{B96DE60D-3802-4E40-A0B6-2D79BD1F9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12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レーム 4">
            <a:extLst>
              <a:ext uri="{FF2B5EF4-FFF2-40B4-BE49-F238E27FC236}">
                <a16:creationId xmlns="" xmlns:a16="http://schemas.microsoft.com/office/drawing/2014/main" id="{F56F4D2A-0F9B-437D-98FD-DB281DCC2374}"/>
              </a:ext>
            </a:extLst>
          </p:cNvPr>
          <p:cNvSpPr/>
          <p:nvPr/>
        </p:nvSpPr>
        <p:spPr>
          <a:xfrm>
            <a:off x="0" y="-10"/>
            <a:ext cx="12192000" cy="6873000"/>
          </a:xfrm>
          <a:prstGeom prst="frame">
            <a:avLst>
              <a:gd name="adj1" fmla="val 978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斜め縞 6">
            <a:extLst>
              <a:ext uri="{FF2B5EF4-FFF2-40B4-BE49-F238E27FC236}">
                <a16:creationId xmlns="" xmlns:a16="http://schemas.microsoft.com/office/drawing/2014/main" id="{F5637F69-17D3-48F1-919D-26C57263F645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" name="斜め縞 9">
            <a:extLst>
              <a:ext uri="{FF2B5EF4-FFF2-40B4-BE49-F238E27FC236}">
                <a16:creationId xmlns="" xmlns:a16="http://schemas.microsoft.com/office/drawing/2014/main" id="{8D39A06C-25FA-40A6-83C9-12A567A4326A}"/>
              </a:ext>
            </a:extLst>
          </p:cNvPr>
          <p:cNvSpPr>
            <a:spLocks noChangeAspect="1"/>
          </p:cNvSpPr>
          <p:nvPr/>
        </p:nvSpPr>
        <p:spPr>
          <a:xfrm>
            <a:off x="-1" y="182880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" name="斜め縞 10">
            <a:extLst>
              <a:ext uri="{FF2B5EF4-FFF2-40B4-BE49-F238E27FC236}">
                <a16:creationId xmlns="" xmlns:a16="http://schemas.microsoft.com/office/drawing/2014/main" id="{BFF92C62-2613-4DCC-848C-B694454A67FC}"/>
              </a:ext>
            </a:extLst>
          </p:cNvPr>
          <p:cNvSpPr>
            <a:spLocks noChangeAspect="1"/>
          </p:cNvSpPr>
          <p:nvPr/>
        </p:nvSpPr>
        <p:spPr>
          <a:xfrm>
            <a:off x="1828801" y="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" name="斜め縞 11">
            <a:extLst>
              <a:ext uri="{FF2B5EF4-FFF2-40B4-BE49-F238E27FC236}">
                <a16:creationId xmlns="" xmlns:a16="http://schemas.microsoft.com/office/drawing/2014/main" id="{06DFC881-51CE-4E8F-BB37-53F63E931DDC}"/>
              </a:ext>
            </a:extLst>
          </p:cNvPr>
          <p:cNvSpPr>
            <a:spLocks noChangeAspect="1"/>
          </p:cNvSpPr>
          <p:nvPr/>
        </p:nvSpPr>
        <p:spPr>
          <a:xfrm>
            <a:off x="914400" y="914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斜め縞 13">
            <a:extLst>
              <a:ext uri="{FF2B5EF4-FFF2-40B4-BE49-F238E27FC236}">
                <a16:creationId xmlns="" xmlns:a16="http://schemas.microsoft.com/office/drawing/2014/main" id="{5B9CFC53-AC59-411F-A72F-672512E5906E}"/>
              </a:ext>
            </a:extLst>
          </p:cNvPr>
          <p:cNvSpPr>
            <a:spLocks noChangeAspect="1"/>
          </p:cNvSpPr>
          <p:nvPr/>
        </p:nvSpPr>
        <p:spPr>
          <a:xfrm>
            <a:off x="2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5" name="斜め縞 14">
            <a:extLst>
              <a:ext uri="{FF2B5EF4-FFF2-40B4-BE49-F238E27FC236}">
                <a16:creationId xmlns="" xmlns:a16="http://schemas.microsoft.com/office/drawing/2014/main" id="{45DA5543-8D19-4DC0-AF7A-60817C502870}"/>
              </a:ext>
            </a:extLst>
          </p:cNvPr>
          <p:cNvSpPr>
            <a:spLocks noChangeAspect="1"/>
          </p:cNvSpPr>
          <p:nvPr/>
        </p:nvSpPr>
        <p:spPr>
          <a:xfrm>
            <a:off x="1828803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6" name="斜め縞 15">
            <a:extLst>
              <a:ext uri="{FF2B5EF4-FFF2-40B4-BE49-F238E27FC236}">
                <a16:creationId xmlns="" xmlns:a16="http://schemas.microsoft.com/office/drawing/2014/main" id="{D58C6D79-0560-415A-930F-82876DED6871}"/>
              </a:ext>
            </a:extLst>
          </p:cNvPr>
          <p:cNvSpPr>
            <a:spLocks noChangeAspect="1"/>
          </p:cNvSpPr>
          <p:nvPr/>
        </p:nvSpPr>
        <p:spPr>
          <a:xfrm>
            <a:off x="914402" y="27432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8" name="斜め縞 17">
            <a:extLst>
              <a:ext uri="{FF2B5EF4-FFF2-40B4-BE49-F238E27FC236}">
                <a16:creationId xmlns="" xmlns:a16="http://schemas.microsoft.com/office/drawing/2014/main" id="{1DAE5794-6716-4579-B21E-4E49AC5A59A4}"/>
              </a:ext>
            </a:extLst>
          </p:cNvPr>
          <p:cNvSpPr>
            <a:spLocks noChangeAspect="1"/>
          </p:cNvSpPr>
          <p:nvPr/>
        </p:nvSpPr>
        <p:spPr>
          <a:xfrm>
            <a:off x="1828801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9" name="斜め縞 18">
            <a:extLst>
              <a:ext uri="{FF2B5EF4-FFF2-40B4-BE49-F238E27FC236}">
                <a16:creationId xmlns="" xmlns:a16="http://schemas.microsoft.com/office/drawing/2014/main" id="{9A3CC7A0-2F6F-4322-8D89-3ED23F908F7C}"/>
              </a:ext>
            </a:extLst>
          </p:cNvPr>
          <p:cNvSpPr>
            <a:spLocks noChangeAspect="1"/>
          </p:cNvSpPr>
          <p:nvPr/>
        </p:nvSpPr>
        <p:spPr>
          <a:xfrm>
            <a:off x="3657602" y="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0" name="斜め縞 19">
            <a:extLst>
              <a:ext uri="{FF2B5EF4-FFF2-40B4-BE49-F238E27FC236}">
                <a16:creationId xmlns="" xmlns:a16="http://schemas.microsoft.com/office/drawing/2014/main" id="{14476A1C-88E4-437B-A2EC-A4F28C6E3640}"/>
              </a:ext>
            </a:extLst>
          </p:cNvPr>
          <p:cNvSpPr>
            <a:spLocks noChangeAspect="1"/>
          </p:cNvSpPr>
          <p:nvPr/>
        </p:nvSpPr>
        <p:spPr>
          <a:xfrm>
            <a:off x="2743201" y="9144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1" name="斜め縞 30">
            <a:extLst>
              <a:ext uri="{FF2B5EF4-FFF2-40B4-BE49-F238E27FC236}">
                <a16:creationId xmlns="" xmlns:a16="http://schemas.microsoft.com/office/drawing/2014/main" id="{CD104AE0-58C9-48AF-AE13-DB3800AD85E1}"/>
              </a:ext>
            </a:extLst>
          </p:cNvPr>
          <p:cNvSpPr>
            <a:spLocks noChangeAspect="1"/>
          </p:cNvSpPr>
          <p:nvPr/>
        </p:nvSpPr>
        <p:spPr>
          <a:xfrm>
            <a:off x="2" y="54864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2" name="斜め縞 31">
            <a:extLst>
              <a:ext uri="{FF2B5EF4-FFF2-40B4-BE49-F238E27FC236}">
                <a16:creationId xmlns="" xmlns:a16="http://schemas.microsoft.com/office/drawing/2014/main" id="{B106958E-D9E3-4830-9AB0-40F3699A0FE6}"/>
              </a:ext>
            </a:extLst>
          </p:cNvPr>
          <p:cNvSpPr>
            <a:spLocks noChangeAspect="1"/>
          </p:cNvSpPr>
          <p:nvPr/>
        </p:nvSpPr>
        <p:spPr>
          <a:xfrm>
            <a:off x="1828803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3" name="斜め縞 32">
            <a:extLst>
              <a:ext uri="{FF2B5EF4-FFF2-40B4-BE49-F238E27FC236}">
                <a16:creationId xmlns="" xmlns:a16="http://schemas.microsoft.com/office/drawing/2014/main" id="{2DFE26CA-CCC2-4A24-B04F-E53B03D32A69}"/>
              </a:ext>
            </a:extLst>
          </p:cNvPr>
          <p:cNvSpPr>
            <a:spLocks noChangeAspect="1"/>
          </p:cNvSpPr>
          <p:nvPr/>
        </p:nvSpPr>
        <p:spPr>
          <a:xfrm>
            <a:off x="914402" y="45720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4" name="斜め縞 33">
            <a:extLst>
              <a:ext uri="{FF2B5EF4-FFF2-40B4-BE49-F238E27FC236}">
                <a16:creationId xmlns="" xmlns:a16="http://schemas.microsoft.com/office/drawing/2014/main" id="{E65A9004-DD5E-4B64-8272-2F3EED660F95}"/>
              </a:ext>
            </a:extLst>
          </p:cNvPr>
          <p:cNvSpPr>
            <a:spLocks noChangeAspect="1"/>
          </p:cNvSpPr>
          <p:nvPr/>
        </p:nvSpPr>
        <p:spPr>
          <a:xfrm>
            <a:off x="1828801" y="36576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5" name="斜め縞 34">
            <a:extLst>
              <a:ext uri="{FF2B5EF4-FFF2-40B4-BE49-F238E27FC236}">
                <a16:creationId xmlns="" xmlns:a16="http://schemas.microsoft.com/office/drawing/2014/main" id="{11EC662C-A093-42CC-8CDC-DE6980BC781F}"/>
              </a:ext>
            </a:extLst>
          </p:cNvPr>
          <p:cNvSpPr>
            <a:spLocks noChangeAspect="1"/>
          </p:cNvSpPr>
          <p:nvPr/>
        </p:nvSpPr>
        <p:spPr>
          <a:xfrm>
            <a:off x="3657602" y="182880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6" name="斜め縞 35">
            <a:extLst>
              <a:ext uri="{FF2B5EF4-FFF2-40B4-BE49-F238E27FC236}">
                <a16:creationId xmlns="" xmlns:a16="http://schemas.microsoft.com/office/drawing/2014/main" id="{469365FD-962D-432A-8B4B-7CAAD308E5A6}"/>
              </a:ext>
            </a:extLst>
          </p:cNvPr>
          <p:cNvSpPr>
            <a:spLocks noChangeAspect="1"/>
          </p:cNvSpPr>
          <p:nvPr/>
        </p:nvSpPr>
        <p:spPr>
          <a:xfrm>
            <a:off x="2743201" y="27432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38" name="斜め縞 37">
            <a:extLst>
              <a:ext uri="{FF2B5EF4-FFF2-40B4-BE49-F238E27FC236}">
                <a16:creationId xmlns="" xmlns:a16="http://schemas.microsoft.com/office/drawing/2014/main" id="{09D5A57B-82A6-49F7-80D3-721A2F29C505}"/>
              </a:ext>
            </a:extLst>
          </p:cNvPr>
          <p:cNvSpPr>
            <a:spLocks noChangeAspect="1"/>
          </p:cNvSpPr>
          <p:nvPr/>
        </p:nvSpPr>
        <p:spPr>
          <a:xfrm>
            <a:off x="3657602" y="182880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1" name="斜め縞 40">
            <a:extLst>
              <a:ext uri="{FF2B5EF4-FFF2-40B4-BE49-F238E27FC236}">
                <a16:creationId xmlns="" xmlns:a16="http://schemas.microsoft.com/office/drawing/2014/main" id="{755E9995-2631-4DE8-A865-C6E8FEFA87C9}"/>
              </a:ext>
            </a:extLst>
          </p:cNvPr>
          <p:cNvSpPr>
            <a:spLocks noChangeAspect="1"/>
          </p:cNvSpPr>
          <p:nvPr/>
        </p:nvSpPr>
        <p:spPr>
          <a:xfrm>
            <a:off x="5486401" y="1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42" name="斜め縞 41">
            <a:extLst>
              <a:ext uri="{FF2B5EF4-FFF2-40B4-BE49-F238E27FC236}">
                <a16:creationId xmlns="" xmlns:a16="http://schemas.microsoft.com/office/drawing/2014/main" id="{8E848547-DB7B-4571-8E65-6D4CF125C77B}"/>
              </a:ext>
            </a:extLst>
          </p:cNvPr>
          <p:cNvSpPr>
            <a:spLocks noChangeAspect="1"/>
          </p:cNvSpPr>
          <p:nvPr/>
        </p:nvSpPr>
        <p:spPr>
          <a:xfrm>
            <a:off x="4572000" y="9143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2" name="斜め縞 61">
            <a:extLst>
              <a:ext uri="{FF2B5EF4-FFF2-40B4-BE49-F238E27FC236}">
                <a16:creationId xmlns="" xmlns:a16="http://schemas.microsoft.com/office/drawing/2014/main" id="{C079BE89-275D-4145-88C5-FF9150316B6C}"/>
              </a:ext>
            </a:extLst>
          </p:cNvPr>
          <p:cNvSpPr>
            <a:spLocks noChangeAspect="1"/>
          </p:cNvSpPr>
          <p:nvPr/>
        </p:nvSpPr>
        <p:spPr>
          <a:xfrm>
            <a:off x="1887964" y="54864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3" name="斜め縞 62">
            <a:extLst>
              <a:ext uri="{FF2B5EF4-FFF2-40B4-BE49-F238E27FC236}">
                <a16:creationId xmlns="" xmlns:a16="http://schemas.microsoft.com/office/drawing/2014/main" id="{7E15469B-48B9-49EC-8CC1-21DE3C6FDD17}"/>
              </a:ext>
            </a:extLst>
          </p:cNvPr>
          <p:cNvSpPr>
            <a:spLocks noChangeAspect="1"/>
          </p:cNvSpPr>
          <p:nvPr/>
        </p:nvSpPr>
        <p:spPr>
          <a:xfrm>
            <a:off x="3716765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4" name="斜め縞 63">
            <a:extLst>
              <a:ext uri="{FF2B5EF4-FFF2-40B4-BE49-F238E27FC236}">
                <a16:creationId xmlns="" xmlns:a16="http://schemas.microsoft.com/office/drawing/2014/main" id="{7C42D055-D439-477E-A528-1A0B07B08797}"/>
              </a:ext>
            </a:extLst>
          </p:cNvPr>
          <p:cNvSpPr>
            <a:spLocks noChangeAspect="1"/>
          </p:cNvSpPr>
          <p:nvPr/>
        </p:nvSpPr>
        <p:spPr>
          <a:xfrm>
            <a:off x="2802364" y="45719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5" name="斜め縞 64">
            <a:extLst>
              <a:ext uri="{FF2B5EF4-FFF2-40B4-BE49-F238E27FC236}">
                <a16:creationId xmlns="" xmlns:a16="http://schemas.microsoft.com/office/drawing/2014/main" id="{EF95460E-1B5F-40B8-B7E9-F991B3556642}"/>
              </a:ext>
            </a:extLst>
          </p:cNvPr>
          <p:cNvSpPr>
            <a:spLocks noChangeAspect="1"/>
          </p:cNvSpPr>
          <p:nvPr/>
        </p:nvSpPr>
        <p:spPr>
          <a:xfrm>
            <a:off x="3716763" y="36576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6" name="斜め縞 65">
            <a:extLst>
              <a:ext uri="{FF2B5EF4-FFF2-40B4-BE49-F238E27FC236}">
                <a16:creationId xmlns="" xmlns:a16="http://schemas.microsoft.com/office/drawing/2014/main" id="{7CF1533A-D015-46B7-8189-FE85229318A4}"/>
              </a:ext>
            </a:extLst>
          </p:cNvPr>
          <p:cNvSpPr>
            <a:spLocks noChangeAspect="1"/>
          </p:cNvSpPr>
          <p:nvPr/>
        </p:nvSpPr>
        <p:spPr>
          <a:xfrm>
            <a:off x="5545564" y="182880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7" name="斜め縞 66">
            <a:extLst>
              <a:ext uri="{FF2B5EF4-FFF2-40B4-BE49-F238E27FC236}">
                <a16:creationId xmlns="" xmlns:a16="http://schemas.microsoft.com/office/drawing/2014/main" id="{C1051EC0-2D55-4541-857F-048A5346BF1D}"/>
              </a:ext>
            </a:extLst>
          </p:cNvPr>
          <p:cNvSpPr>
            <a:spLocks noChangeAspect="1"/>
          </p:cNvSpPr>
          <p:nvPr/>
        </p:nvSpPr>
        <p:spPr>
          <a:xfrm>
            <a:off x="4631163" y="27431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8" name="斜め縞 67">
            <a:extLst>
              <a:ext uri="{FF2B5EF4-FFF2-40B4-BE49-F238E27FC236}">
                <a16:creationId xmlns="" xmlns:a16="http://schemas.microsoft.com/office/drawing/2014/main" id="{8C9632F0-DF14-4BEF-8E50-5ECA2A23B3AD}"/>
              </a:ext>
            </a:extLst>
          </p:cNvPr>
          <p:cNvSpPr>
            <a:spLocks noChangeAspect="1"/>
          </p:cNvSpPr>
          <p:nvPr/>
        </p:nvSpPr>
        <p:spPr>
          <a:xfrm>
            <a:off x="5545564" y="1828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69" name="斜め縞 68">
            <a:extLst>
              <a:ext uri="{FF2B5EF4-FFF2-40B4-BE49-F238E27FC236}">
                <a16:creationId xmlns="" xmlns:a16="http://schemas.microsoft.com/office/drawing/2014/main" id="{4969ABFC-9D30-4653-B2C3-8DE383B7E3C0}"/>
              </a:ext>
            </a:extLst>
          </p:cNvPr>
          <p:cNvSpPr>
            <a:spLocks noChangeAspect="1"/>
          </p:cNvSpPr>
          <p:nvPr/>
        </p:nvSpPr>
        <p:spPr>
          <a:xfrm>
            <a:off x="7374363" y="-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0" name="斜め縞 69">
            <a:extLst>
              <a:ext uri="{FF2B5EF4-FFF2-40B4-BE49-F238E27FC236}">
                <a16:creationId xmlns="" xmlns:a16="http://schemas.microsoft.com/office/drawing/2014/main" id="{8C43A38A-2EAC-48FE-AE79-83D8DD6B49D5}"/>
              </a:ext>
            </a:extLst>
          </p:cNvPr>
          <p:cNvSpPr>
            <a:spLocks noChangeAspect="1"/>
          </p:cNvSpPr>
          <p:nvPr/>
        </p:nvSpPr>
        <p:spPr>
          <a:xfrm>
            <a:off x="6459962" y="91439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71" name="斜め縞 70">
            <a:extLst>
              <a:ext uri="{FF2B5EF4-FFF2-40B4-BE49-F238E27FC236}">
                <a16:creationId xmlns="" xmlns:a16="http://schemas.microsoft.com/office/drawing/2014/main" id="{00BDB737-45D5-4910-90A9-4D5ADD8F2D8E}"/>
              </a:ext>
            </a:extLst>
          </p:cNvPr>
          <p:cNvSpPr>
            <a:spLocks noChangeAspect="1"/>
          </p:cNvSpPr>
          <p:nvPr/>
        </p:nvSpPr>
        <p:spPr>
          <a:xfrm>
            <a:off x="971254" y="640079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7" name="斜め縞 96">
            <a:extLst>
              <a:ext uri="{FF2B5EF4-FFF2-40B4-BE49-F238E27FC236}">
                <a16:creationId xmlns="" xmlns:a16="http://schemas.microsoft.com/office/drawing/2014/main" id="{10A20F70-8F8E-49DD-9738-75C92651DD49}"/>
              </a:ext>
            </a:extLst>
          </p:cNvPr>
          <p:cNvSpPr>
            <a:spLocks noChangeAspect="1"/>
          </p:cNvSpPr>
          <p:nvPr/>
        </p:nvSpPr>
        <p:spPr>
          <a:xfrm>
            <a:off x="3756366" y="54863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8" name="斜め縞 97">
            <a:extLst>
              <a:ext uri="{FF2B5EF4-FFF2-40B4-BE49-F238E27FC236}">
                <a16:creationId xmlns="" xmlns:a16="http://schemas.microsoft.com/office/drawing/2014/main" id="{FF21EE41-444D-4B1B-BF96-884F1C1E06EF}"/>
              </a:ext>
            </a:extLst>
          </p:cNvPr>
          <p:cNvSpPr>
            <a:spLocks noChangeAspect="1"/>
          </p:cNvSpPr>
          <p:nvPr/>
        </p:nvSpPr>
        <p:spPr>
          <a:xfrm>
            <a:off x="5585167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9" name="斜め縞 98">
            <a:extLst>
              <a:ext uri="{FF2B5EF4-FFF2-40B4-BE49-F238E27FC236}">
                <a16:creationId xmlns="" xmlns:a16="http://schemas.microsoft.com/office/drawing/2014/main" id="{274E98DB-AAB0-4515-BBBA-BF17EBDF5EE1}"/>
              </a:ext>
            </a:extLst>
          </p:cNvPr>
          <p:cNvSpPr>
            <a:spLocks noChangeAspect="1"/>
          </p:cNvSpPr>
          <p:nvPr/>
        </p:nvSpPr>
        <p:spPr>
          <a:xfrm>
            <a:off x="4670766" y="45719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0" name="斜め縞 99">
            <a:extLst>
              <a:ext uri="{FF2B5EF4-FFF2-40B4-BE49-F238E27FC236}">
                <a16:creationId xmlns="" xmlns:a16="http://schemas.microsoft.com/office/drawing/2014/main" id="{92292505-2A61-47D2-832D-0B204C9EFF4D}"/>
              </a:ext>
            </a:extLst>
          </p:cNvPr>
          <p:cNvSpPr>
            <a:spLocks noChangeAspect="1"/>
          </p:cNvSpPr>
          <p:nvPr/>
        </p:nvSpPr>
        <p:spPr>
          <a:xfrm>
            <a:off x="5585165" y="36575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1" name="斜め縞 100">
            <a:extLst>
              <a:ext uri="{FF2B5EF4-FFF2-40B4-BE49-F238E27FC236}">
                <a16:creationId xmlns="" xmlns:a16="http://schemas.microsoft.com/office/drawing/2014/main" id="{45DF1669-CADD-4AC7-BD75-7A9F9F9489D6}"/>
              </a:ext>
            </a:extLst>
          </p:cNvPr>
          <p:cNvSpPr>
            <a:spLocks noChangeAspect="1"/>
          </p:cNvSpPr>
          <p:nvPr/>
        </p:nvSpPr>
        <p:spPr>
          <a:xfrm>
            <a:off x="7413966" y="1828797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2" name="斜め縞 101">
            <a:extLst>
              <a:ext uri="{FF2B5EF4-FFF2-40B4-BE49-F238E27FC236}">
                <a16:creationId xmlns="" xmlns:a16="http://schemas.microsoft.com/office/drawing/2014/main" id="{E61201B5-1591-4EE9-B150-BFA693895A11}"/>
              </a:ext>
            </a:extLst>
          </p:cNvPr>
          <p:cNvSpPr>
            <a:spLocks noChangeAspect="1"/>
          </p:cNvSpPr>
          <p:nvPr/>
        </p:nvSpPr>
        <p:spPr>
          <a:xfrm>
            <a:off x="6499565" y="27431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3" name="斜め縞 102">
            <a:extLst>
              <a:ext uri="{FF2B5EF4-FFF2-40B4-BE49-F238E27FC236}">
                <a16:creationId xmlns="" xmlns:a16="http://schemas.microsoft.com/office/drawing/2014/main" id="{3A57C5B1-7188-4494-B367-DCCFF616FE3B}"/>
              </a:ext>
            </a:extLst>
          </p:cNvPr>
          <p:cNvSpPr>
            <a:spLocks noChangeAspect="1"/>
          </p:cNvSpPr>
          <p:nvPr/>
        </p:nvSpPr>
        <p:spPr>
          <a:xfrm>
            <a:off x="7413966" y="1828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4" name="斜め縞 103">
            <a:extLst>
              <a:ext uri="{FF2B5EF4-FFF2-40B4-BE49-F238E27FC236}">
                <a16:creationId xmlns="" xmlns:a16="http://schemas.microsoft.com/office/drawing/2014/main" id="{EDAF28C9-A9FA-4FF2-B72D-031BC2F29F1C}"/>
              </a:ext>
            </a:extLst>
          </p:cNvPr>
          <p:cNvSpPr>
            <a:spLocks noChangeAspect="1"/>
          </p:cNvSpPr>
          <p:nvPr/>
        </p:nvSpPr>
        <p:spPr>
          <a:xfrm>
            <a:off x="9242765" y="-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5" name="斜め縞 104">
            <a:extLst>
              <a:ext uri="{FF2B5EF4-FFF2-40B4-BE49-F238E27FC236}">
                <a16:creationId xmlns="" xmlns:a16="http://schemas.microsoft.com/office/drawing/2014/main" id="{D893A36A-7B5C-421D-B9BE-648067619403}"/>
              </a:ext>
            </a:extLst>
          </p:cNvPr>
          <p:cNvSpPr>
            <a:spLocks noChangeAspect="1"/>
          </p:cNvSpPr>
          <p:nvPr/>
        </p:nvSpPr>
        <p:spPr>
          <a:xfrm>
            <a:off x="8328364" y="914393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6" name="斜め縞 105">
            <a:extLst>
              <a:ext uri="{FF2B5EF4-FFF2-40B4-BE49-F238E27FC236}">
                <a16:creationId xmlns="" xmlns:a16="http://schemas.microsoft.com/office/drawing/2014/main" id="{220621A3-304E-48B6-A0A7-E90A4444C13C}"/>
              </a:ext>
            </a:extLst>
          </p:cNvPr>
          <p:cNvSpPr>
            <a:spLocks noChangeAspect="1"/>
          </p:cNvSpPr>
          <p:nvPr/>
        </p:nvSpPr>
        <p:spPr>
          <a:xfrm>
            <a:off x="2844394" y="6400795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8" name="斜め縞 107">
            <a:extLst>
              <a:ext uri="{FF2B5EF4-FFF2-40B4-BE49-F238E27FC236}">
                <a16:creationId xmlns="" xmlns:a16="http://schemas.microsoft.com/office/drawing/2014/main" id="{1CB7302B-5613-4CB8-A926-E8A812EFFFCE}"/>
              </a:ext>
            </a:extLst>
          </p:cNvPr>
          <p:cNvSpPr>
            <a:spLocks noChangeAspect="1"/>
          </p:cNvSpPr>
          <p:nvPr/>
        </p:nvSpPr>
        <p:spPr>
          <a:xfrm>
            <a:off x="5674579" y="54863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09" name="斜め縞 108">
            <a:extLst>
              <a:ext uri="{FF2B5EF4-FFF2-40B4-BE49-F238E27FC236}">
                <a16:creationId xmlns="" xmlns:a16="http://schemas.microsoft.com/office/drawing/2014/main" id="{F2C7892D-5D6F-40D8-88A7-15C23F4C6CF3}"/>
              </a:ext>
            </a:extLst>
          </p:cNvPr>
          <p:cNvSpPr>
            <a:spLocks noChangeAspect="1"/>
          </p:cNvSpPr>
          <p:nvPr/>
        </p:nvSpPr>
        <p:spPr>
          <a:xfrm>
            <a:off x="7503380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0" name="斜め縞 109">
            <a:extLst>
              <a:ext uri="{FF2B5EF4-FFF2-40B4-BE49-F238E27FC236}">
                <a16:creationId xmlns="" xmlns:a16="http://schemas.microsoft.com/office/drawing/2014/main" id="{66AFC0C4-DA7D-434C-BC27-532521AC9174}"/>
              </a:ext>
            </a:extLst>
          </p:cNvPr>
          <p:cNvSpPr>
            <a:spLocks noChangeAspect="1"/>
          </p:cNvSpPr>
          <p:nvPr/>
        </p:nvSpPr>
        <p:spPr>
          <a:xfrm>
            <a:off x="6588979" y="45719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1" name="斜め縞 110">
            <a:extLst>
              <a:ext uri="{FF2B5EF4-FFF2-40B4-BE49-F238E27FC236}">
                <a16:creationId xmlns="" xmlns:a16="http://schemas.microsoft.com/office/drawing/2014/main" id="{54C7036B-7128-4BA0-886D-70EDAF187BFE}"/>
              </a:ext>
            </a:extLst>
          </p:cNvPr>
          <p:cNvSpPr>
            <a:spLocks noChangeAspect="1"/>
          </p:cNvSpPr>
          <p:nvPr/>
        </p:nvSpPr>
        <p:spPr>
          <a:xfrm>
            <a:off x="7503378" y="36575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2" name="斜め縞 111">
            <a:extLst>
              <a:ext uri="{FF2B5EF4-FFF2-40B4-BE49-F238E27FC236}">
                <a16:creationId xmlns="" xmlns:a16="http://schemas.microsoft.com/office/drawing/2014/main" id="{48E05FCC-C886-4A1B-A9A1-80CDFDE90D68}"/>
              </a:ext>
            </a:extLst>
          </p:cNvPr>
          <p:cNvSpPr>
            <a:spLocks noChangeAspect="1"/>
          </p:cNvSpPr>
          <p:nvPr/>
        </p:nvSpPr>
        <p:spPr>
          <a:xfrm>
            <a:off x="9332179" y="182879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3" name="斜め縞 112">
            <a:extLst>
              <a:ext uri="{FF2B5EF4-FFF2-40B4-BE49-F238E27FC236}">
                <a16:creationId xmlns="" xmlns:a16="http://schemas.microsoft.com/office/drawing/2014/main" id="{561AF290-C558-4B78-ADD3-A71B234EDCA7}"/>
              </a:ext>
            </a:extLst>
          </p:cNvPr>
          <p:cNvSpPr>
            <a:spLocks noChangeAspect="1"/>
          </p:cNvSpPr>
          <p:nvPr/>
        </p:nvSpPr>
        <p:spPr>
          <a:xfrm>
            <a:off x="8417778" y="27431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4" name="斜め縞 113">
            <a:extLst>
              <a:ext uri="{FF2B5EF4-FFF2-40B4-BE49-F238E27FC236}">
                <a16:creationId xmlns="" xmlns:a16="http://schemas.microsoft.com/office/drawing/2014/main" id="{83E2C327-A7C7-4A70-A026-95D6600C6E65}"/>
              </a:ext>
            </a:extLst>
          </p:cNvPr>
          <p:cNvSpPr>
            <a:spLocks noChangeAspect="1"/>
          </p:cNvSpPr>
          <p:nvPr/>
        </p:nvSpPr>
        <p:spPr>
          <a:xfrm>
            <a:off x="9332179" y="1828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5" name="斜め縞 114">
            <a:extLst>
              <a:ext uri="{FF2B5EF4-FFF2-40B4-BE49-F238E27FC236}">
                <a16:creationId xmlns="" xmlns:a16="http://schemas.microsoft.com/office/drawing/2014/main" id="{E5ED0124-4668-4075-BC6F-0B91C0433898}"/>
              </a:ext>
            </a:extLst>
          </p:cNvPr>
          <p:cNvSpPr>
            <a:spLocks noChangeAspect="1"/>
          </p:cNvSpPr>
          <p:nvPr/>
        </p:nvSpPr>
        <p:spPr>
          <a:xfrm>
            <a:off x="11160978" y="-1499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6" name="斜め縞 115">
            <a:extLst>
              <a:ext uri="{FF2B5EF4-FFF2-40B4-BE49-F238E27FC236}">
                <a16:creationId xmlns="" xmlns:a16="http://schemas.microsoft.com/office/drawing/2014/main" id="{66273BA8-4A9C-4130-AC1C-19E2F6A59086}"/>
              </a:ext>
            </a:extLst>
          </p:cNvPr>
          <p:cNvSpPr>
            <a:spLocks noChangeAspect="1"/>
          </p:cNvSpPr>
          <p:nvPr/>
        </p:nvSpPr>
        <p:spPr>
          <a:xfrm>
            <a:off x="10246577" y="91439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17" name="斜め縞 116">
            <a:extLst>
              <a:ext uri="{FF2B5EF4-FFF2-40B4-BE49-F238E27FC236}">
                <a16:creationId xmlns="" xmlns:a16="http://schemas.microsoft.com/office/drawing/2014/main" id="{15182215-4369-4048-8AAF-F8A733B500FE}"/>
              </a:ext>
            </a:extLst>
          </p:cNvPr>
          <p:cNvSpPr>
            <a:spLocks noChangeAspect="1"/>
          </p:cNvSpPr>
          <p:nvPr/>
        </p:nvSpPr>
        <p:spPr>
          <a:xfrm>
            <a:off x="4757869" y="640079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8" name="斜め縞 127">
            <a:extLst>
              <a:ext uri="{FF2B5EF4-FFF2-40B4-BE49-F238E27FC236}">
                <a16:creationId xmlns="" xmlns:a16="http://schemas.microsoft.com/office/drawing/2014/main" id="{64D3062E-432F-4323-AC2D-B8BCD96027E5}"/>
              </a:ext>
            </a:extLst>
          </p:cNvPr>
          <p:cNvSpPr>
            <a:spLocks noChangeAspect="1"/>
          </p:cNvSpPr>
          <p:nvPr/>
        </p:nvSpPr>
        <p:spPr>
          <a:xfrm>
            <a:off x="6853382" y="62491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29" name="斜め縞 128">
            <a:extLst>
              <a:ext uri="{FF2B5EF4-FFF2-40B4-BE49-F238E27FC236}">
                <a16:creationId xmlns="" xmlns:a16="http://schemas.microsoft.com/office/drawing/2014/main" id="{8142FD8F-A34D-4BC4-851E-E62A3CB11779}"/>
              </a:ext>
            </a:extLst>
          </p:cNvPr>
          <p:cNvSpPr>
            <a:spLocks noChangeAspect="1"/>
          </p:cNvSpPr>
          <p:nvPr/>
        </p:nvSpPr>
        <p:spPr>
          <a:xfrm>
            <a:off x="8682183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0" name="斜め縞 129">
            <a:extLst>
              <a:ext uri="{FF2B5EF4-FFF2-40B4-BE49-F238E27FC236}">
                <a16:creationId xmlns="" xmlns:a16="http://schemas.microsoft.com/office/drawing/2014/main" id="{A1B6FEAB-51D6-43B8-A1CB-6133A246028E}"/>
              </a:ext>
            </a:extLst>
          </p:cNvPr>
          <p:cNvSpPr>
            <a:spLocks noChangeAspect="1"/>
          </p:cNvSpPr>
          <p:nvPr/>
        </p:nvSpPr>
        <p:spPr>
          <a:xfrm>
            <a:off x="7767782" y="53347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1" name="斜め縞 130">
            <a:extLst>
              <a:ext uri="{FF2B5EF4-FFF2-40B4-BE49-F238E27FC236}">
                <a16:creationId xmlns="" xmlns:a16="http://schemas.microsoft.com/office/drawing/2014/main" id="{53217FA0-7FC3-477E-A3DF-7A3D5CA902E1}"/>
              </a:ext>
            </a:extLst>
          </p:cNvPr>
          <p:cNvSpPr>
            <a:spLocks noChangeAspect="1"/>
          </p:cNvSpPr>
          <p:nvPr/>
        </p:nvSpPr>
        <p:spPr>
          <a:xfrm>
            <a:off x="8682181" y="44203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2" name="斜め縞 131">
            <a:extLst>
              <a:ext uri="{FF2B5EF4-FFF2-40B4-BE49-F238E27FC236}">
                <a16:creationId xmlns="" xmlns:a16="http://schemas.microsoft.com/office/drawing/2014/main" id="{3615C024-69BF-490A-A5F7-2026464002CE}"/>
              </a:ext>
            </a:extLst>
          </p:cNvPr>
          <p:cNvSpPr>
            <a:spLocks noChangeAspect="1"/>
          </p:cNvSpPr>
          <p:nvPr/>
        </p:nvSpPr>
        <p:spPr>
          <a:xfrm>
            <a:off x="10510982" y="2591524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3" name="斜め縞 132">
            <a:extLst>
              <a:ext uri="{FF2B5EF4-FFF2-40B4-BE49-F238E27FC236}">
                <a16:creationId xmlns="" xmlns:a16="http://schemas.microsoft.com/office/drawing/2014/main" id="{41EC5DE9-FFDB-449D-B0FF-D6B451CF6275}"/>
              </a:ext>
            </a:extLst>
          </p:cNvPr>
          <p:cNvSpPr>
            <a:spLocks noChangeAspect="1"/>
          </p:cNvSpPr>
          <p:nvPr/>
        </p:nvSpPr>
        <p:spPr>
          <a:xfrm>
            <a:off x="9596581" y="35059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4" name="斜め縞 133">
            <a:extLst>
              <a:ext uri="{FF2B5EF4-FFF2-40B4-BE49-F238E27FC236}">
                <a16:creationId xmlns="" xmlns:a16="http://schemas.microsoft.com/office/drawing/2014/main" id="{48BFCE1F-ED67-4377-8FFF-6E564868CC06}"/>
              </a:ext>
            </a:extLst>
          </p:cNvPr>
          <p:cNvSpPr>
            <a:spLocks noChangeAspect="1"/>
          </p:cNvSpPr>
          <p:nvPr/>
        </p:nvSpPr>
        <p:spPr>
          <a:xfrm>
            <a:off x="10510982" y="2591522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6" name="斜め縞 135">
            <a:extLst>
              <a:ext uri="{FF2B5EF4-FFF2-40B4-BE49-F238E27FC236}">
                <a16:creationId xmlns="" xmlns:a16="http://schemas.microsoft.com/office/drawing/2014/main" id="{2B3B074C-CC94-49C9-A094-7588054958D5}"/>
              </a:ext>
            </a:extLst>
          </p:cNvPr>
          <p:cNvSpPr>
            <a:spLocks noChangeAspect="1"/>
          </p:cNvSpPr>
          <p:nvPr/>
        </p:nvSpPr>
        <p:spPr>
          <a:xfrm>
            <a:off x="11425380" y="1677120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39" name="斜め縞 138">
            <a:extLst>
              <a:ext uri="{FF2B5EF4-FFF2-40B4-BE49-F238E27FC236}">
                <a16:creationId xmlns="" xmlns:a16="http://schemas.microsoft.com/office/drawing/2014/main" id="{E5CA83C4-FBDD-4B9D-BA82-71703945653B}"/>
              </a:ext>
            </a:extLst>
          </p:cNvPr>
          <p:cNvSpPr>
            <a:spLocks noChangeAspect="1"/>
          </p:cNvSpPr>
          <p:nvPr/>
        </p:nvSpPr>
        <p:spPr>
          <a:xfrm>
            <a:off x="9744364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0" name="斜め縞 139">
            <a:extLst>
              <a:ext uri="{FF2B5EF4-FFF2-40B4-BE49-F238E27FC236}">
                <a16:creationId xmlns="" xmlns:a16="http://schemas.microsoft.com/office/drawing/2014/main" id="{56DCE4C5-C3CD-4A88-B77F-0F2D64711CFA}"/>
              </a:ext>
            </a:extLst>
          </p:cNvPr>
          <p:cNvSpPr>
            <a:spLocks noChangeAspect="1"/>
          </p:cNvSpPr>
          <p:nvPr/>
        </p:nvSpPr>
        <p:spPr>
          <a:xfrm>
            <a:off x="8829963" y="62270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1" name="斜め縞 140">
            <a:extLst>
              <a:ext uri="{FF2B5EF4-FFF2-40B4-BE49-F238E27FC236}">
                <a16:creationId xmlns="" xmlns:a16="http://schemas.microsoft.com/office/drawing/2014/main" id="{CD38D76A-3775-48C8-9542-87B97D435D62}"/>
              </a:ext>
            </a:extLst>
          </p:cNvPr>
          <p:cNvSpPr>
            <a:spLocks noChangeAspect="1"/>
          </p:cNvSpPr>
          <p:nvPr/>
        </p:nvSpPr>
        <p:spPr>
          <a:xfrm>
            <a:off x="9744362" y="53126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2" name="斜め縞 141">
            <a:extLst>
              <a:ext uri="{FF2B5EF4-FFF2-40B4-BE49-F238E27FC236}">
                <a16:creationId xmlns="" xmlns:a16="http://schemas.microsoft.com/office/drawing/2014/main" id="{8EAA5298-77BF-4C24-B78E-20E3B33C80AE}"/>
              </a:ext>
            </a:extLst>
          </p:cNvPr>
          <p:cNvSpPr>
            <a:spLocks noChangeAspect="1"/>
          </p:cNvSpPr>
          <p:nvPr/>
        </p:nvSpPr>
        <p:spPr>
          <a:xfrm>
            <a:off x="11573163" y="3483878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3" name="斜め縞 142">
            <a:extLst>
              <a:ext uri="{FF2B5EF4-FFF2-40B4-BE49-F238E27FC236}">
                <a16:creationId xmlns="" xmlns:a16="http://schemas.microsoft.com/office/drawing/2014/main" id="{47B384AC-A6B7-4878-B466-03BBB3BDD528}"/>
              </a:ext>
            </a:extLst>
          </p:cNvPr>
          <p:cNvSpPr>
            <a:spLocks noChangeAspect="1"/>
          </p:cNvSpPr>
          <p:nvPr/>
        </p:nvSpPr>
        <p:spPr>
          <a:xfrm>
            <a:off x="10658762" y="43982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4" name="斜め縞 143">
            <a:extLst>
              <a:ext uri="{FF2B5EF4-FFF2-40B4-BE49-F238E27FC236}">
                <a16:creationId xmlns="" xmlns:a16="http://schemas.microsoft.com/office/drawing/2014/main" id="{511103C8-58AB-43D8-B2CB-55CB699CED32}"/>
              </a:ext>
            </a:extLst>
          </p:cNvPr>
          <p:cNvSpPr>
            <a:spLocks noChangeAspect="1"/>
          </p:cNvSpPr>
          <p:nvPr/>
        </p:nvSpPr>
        <p:spPr>
          <a:xfrm>
            <a:off x="11573163" y="3483876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8" name="斜め縞 147">
            <a:extLst>
              <a:ext uri="{FF2B5EF4-FFF2-40B4-BE49-F238E27FC236}">
                <a16:creationId xmlns="" xmlns:a16="http://schemas.microsoft.com/office/drawing/2014/main" id="{12AF86AF-C5E6-427E-830E-A4941D55F74D}"/>
              </a:ext>
            </a:extLst>
          </p:cNvPr>
          <p:cNvSpPr>
            <a:spLocks noChangeAspect="1"/>
          </p:cNvSpPr>
          <p:nvPr/>
        </p:nvSpPr>
        <p:spPr>
          <a:xfrm rot="10800000">
            <a:off x="10735009" y="5290629"/>
            <a:ext cx="1828801" cy="1828801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="" xmlns:a16="http://schemas.microsoft.com/office/drawing/2014/main" id="{57E5EFE6-347E-4944-B830-78224773D65A}"/>
              </a:ext>
            </a:extLst>
          </p:cNvPr>
          <p:cNvSpPr>
            <a:spLocks/>
          </p:cNvSpPr>
          <p:nvPr/>
        </p:nvSpPr>
        <p:spPr>
          <a:xfrm>
            <a:off x="766620" y="762723"/>
            <a:ext cx="10658763" cy="5332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0" y="151329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900" dirty="0">
                <a:solidFill>
                  <a:srgbClr val="FF0000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セーブデータを消去します。よろしいですか</a:t>
            </a:r>
            <a:endParaRPr lang="ja-JP" altLang="en-US" sz="3900" dirty="0">
              <a:solidFill>
                <a:srgbClr val="FF0000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2330731" y="2305115"/>
            <a:ext cx="96681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いいえ        </a:t>
            </a:r>
            <a:r>
              <a:rPr lang="en-US" altLang="ja-JP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R</a:t>
            </a:r>
            <a:r>
              <a:rPr lang="ja-JP" altLang="en-US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キー</a:t>
            </a:r>
            <a:endParaRPr lang="en-US" altLang="ja-JP" sz="4800" dirty="0"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4800" dirty="0"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はい　　  　エンターキー</a:t>
            </a:r>
            <a:endParaRPr lang="ja-JP" altLang="en-US" sz="4800" dirty="0"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456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53</Words>
  <Application>Microsoft Office PowerPoint</Application>
  <PresentationFormat>ワイド画面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源暎ゴシックN Bold</vt:lpstr>
      <vt:lpstr>源暎ゴシックN Heavy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CS 08</dc:creator>
  <cp:lastModifiedBy>Owner</cp:lastModifiedBy>
  <cp:revision>13</cp:revision>
  <dcterms:created xsi:type="dcterms:W3CDTF">2024-08-02T01:28:15Z</dcterms:created>
  <dcterms:modified xsi:type="dcterms:W3CDTF">2024-08-03T23:48:51Z</dcterms:modified>
</cp:coreProperties>
</file>