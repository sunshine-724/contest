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8" r:id="rId4"/>
    <p:sldId id="260" r:id="rId5"/>
    <p:sldId id="259" r:id="rId6"/>
    <p:sldId id="257" r:id="rId7"/>
  </p:sldIdLst>
  <p:sldSz cx="6858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65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21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48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98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4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4293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31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29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17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60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84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143AE-BB66-4247-8610-AB8BCFE61CFF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BD99D-877F-4A73-A19F-D6BD01226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68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角丸四角形 8"/>
          <p:cNvSpPr>
            <a:spLocks noChangeAspect="1"/>
          </p:cNvSpPr>
          <p:nvPr/>
        </p:nvSpPr>
        <p:spPr>
          <a:xfrm>
            <a:off x="161272" y="0"/>
            <a:ext cx="6504040" cy="65040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grpSp>
        <p:nvGrpSpPr>
          <p:cNvPr id="11" name="グループ化 10"/>
          <p:cNvGrpSpPr/>
          <p:nvPr/>
        </p:nvGrpSpPr>
        <p:grpSpPr>
          <a:xfrm>
            <a:off x="172990" y="1"/>
            <a:ext cx="6492323" cy="4320000"/>
            <a:chOff x="2839989" y="1"/>
            <a:chExt cx="6492323" cy="4320000"/>
          </a:xfrm>
        </p:grpSpPr>
        <p:sp>
          <p:nvSpPr>
            <p:cNvPr id="5" name="角丸四角形 4"/>
            <p:cNvSpPr>
              <a:spLocks noChangeAspect="1"/>
            </p:cNvSpPr>
            <p:nvPr/>
          </p:nvSpPr>
          <p:spPr>
            <a:xfrm>
              <a:off x="2839989" y="2160000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←</a:t>
              </a:r>
            </a:p>
          </p:txBody>
        </p:sp>
        <p:sp>
          <p:nvSpPr>
            <p:cNvPr id="6" name="角丸四角形 5"/>
            <p:cNvSpPr>
              <a:spLocks noChangeAspect="1"/>
            </p:cNvSpPr>
            <p:nvPr/>
          </p:nvSpPr>
          <p:spPr>
            <a:xfrm>
              <a:off x="4998675" y="2160001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↓</a:t>
              </a:r>
            </a:p>
          </p:txBody>
        </p:sp>
        <p:sp>
          <p:nvSpPr>
            <p:cNvPr id="7" name="角丸四角形 6"/>
            <p:cNvSpPr>
              <a:spLocks noChangeAspect="1"/>
            </p:cNvSpPr>
            <p:nvPr/>
          </p:nvSpPr>
          <p:spPr>
            <a:xfrm>
              <a:off x="5012312" y="1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↑</a:t>
              </a:r>
            </a:p>
          </p:txBody>
        </p:sp>
        <p:sp>
          <p:nvSpPr>
            <p:cNvPr id="8" name="角丸四角形 7"/>
            <p:cNvSpPr>
              <a:spLocks noChangeAspect="1"/>
            </p:cNvSpPr>
            <p:nvPr/>
          </p:nvSpPr>
          <p:spPr>
            <a:xfrm>
              <a:off x="7172312" y="2160000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73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角丸四角形 8"/>
          <p:cNvSpPr>
            <a:spLocks noChangeAspect="1"/>
          </p:cNvSpPr>
          <p:nvPr/>
        </p:nvSpPr>
        <p:spPr>
          <a:xfrm>
            <a:off x="161272" y="0"/>
            <a:ext cx="6504040" cy="650404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sp>
        <p:nvSpPr>
          <p:cNvPr id="5" name="角丸四角形 4"/>
          <p:cNvSpPr>
            <a:spLocks noChangeAspect="1"/>
          </p:cNvSpPr>
          <p:nvPr/>
        </p:nvSpPr>
        <p:spPr>
          <a:xfrm rot="5400000">
            <a:off x="172989" y="2160000"/>
            <a:ext cx="2160000" cy="21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←</a:t>
            </a:r>
          </a:p>
        </p:txBody>
      </p:sp>
      <p:sp>
        <p:nvSpPr>
          <p:cNvPr id="6" name="角丸四角形 5"/>
          <p:cNvSpPr>
            <a:spLocks noChangeAspect="1"/>
          </p:cNvSpPr>
          <p:nvPr/>
        </p:nvSpPr>
        <p:spPr>
          <a:xfrm rot="5400000">
            <a:off x="2331675" y="2160001"/>
            <a:ext cx="2160000" cy="21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↓</a:t>
            </a:r>
          </a:p>
        </p:txBody>
      </p:sp>
      <p:sp>
        <p:nvSpPr>
          <p:cNvPr id="7" name="角丸四角形 6"/>
          <p:cNvSpPr>
            <a:spLocks noChangeAspect="1"/>
          </p:cNvSpPr>
          <p:nvPr/>
        </p:nvSpPr>
        <p:spPr>
          <a:xfrm rot="5400000">
            <a:off x="2345312" y="1"/>
            <a:ext cx="2160000" cy="21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sp>
        <p:nvSpPr>
          <p:cNvPr id="8" name="角丸四角形 7"/>
          <p:cNvSpPr>
            <a:spLocks noChangeAspect="1"/>
          </p:cNvSpPr>
          <p:nvPr/>
        </p:nvSpPr>
        <p:spPr>
          <a:xfrm rot="5400000">
            <a:off x="4505312" y="2160000"/>
            <a:ext cx="2160000" cy="2160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80949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角丸四角形 4"/>
          <p:cNvSpPr>
            <a:spLocks noChangeAspect="1"/>
          </p:cNvSpPr>
          <p:nvPr/>
        </p:nvSpPr>
        <p:spPr>
          <a:xfrm rot="5400000">
            <a:off x="1435897" y="187037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←</a:t>
            </a:r>
          </a:p>
        </p:txBody>
      </p:sp>
      <p:sp>
        <p:nvSpPr>
          <p:cNvPr id="6" name="角丸四角形 5"/>
          <p:cNvSpPr>
            <a:spLocks noChangeAspect="1"/>
          </p:cNvSpPr>
          <p:nvPr/>
        </p:nvSpPr>
        <p:spPr>
          <a:xfrm rot="5400000">
            <a:off x="1435896" y="2345723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↓</a:t>
            </a:r>
          </a:p>
        </p:txBody>
      </p:sp>
      <p:sp>
        <p:nvSpPr>
          <p:cNvPr id="7" name="角丸四角形 6"/>
          <p:cNvSpPr>
            <a:spLocks noChangeAspect="1"/>
          </p:cNvSpPr>
          <p:nvPr/>
        </p:nvSpPr>
        <p:spPr>
          <a:xfrm rot="5400000">
            <a:off x="3595896" y="2359360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sp>
        <p:nvSpPr>
          <p:cNvPr id="8" name="角丸四角形 7"/>
          <p:cNvSpPr>
            <a:spLocks noChangeAspect="1"/>
          </p:cNvSpPr>
          <p:nvPr/>
        </p:nvSpPr>
        <p:spPr>
          <a:xfrm rot="5400000">
            <a:off x="1435897" y="4519361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58519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角丸四角形 8"/>
          <p:cNvSpPr>
            <a:spLocks noChangeAspect="1"/>
          </p:cNvSpPr>
          <p:nvPr/>
        </p:nvSpPr>
        <p:spPr>
          <a:xfrm rot="5400000">
            <a:off x="166475" y="145474"/>
            <a:ext cx="6504040" cy="65040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sp>
        <p:nvSpPr>
          <p:cNvPr id="5" name="角丸四角形 4"/>
          <p:cNvSpPr>
            <a:spLocks noChangeAspect="1"/>
          </p:cNvSpPr>
          <p:nvPr/>
        </p:nvSpPr>
        <p:spPr>
          <a:xfrm rot="10800000">
            <a:off x="4510819" y="1246385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←</a:t>
            </a:r>
          </a:p>
        </p:txBody>
      </p:sp>
      <p:sp>
        <p:nvSpPr>
          <p:cNvPr id="6" name="角丸四角形 5"/>
          <p:cNvSpPr>
            <a:spLocks noChangeAspect="1"/>
          </p:cNvSpPr>
          <p:nvPr/>
        </p:nvSpPr>
        <p:spPr>
          <a:xfrm rot="10800000">
            <a:off x="2352133" y="1246384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↓</a:t>
            </a:r>
          </a:p>
        </p:txBody>
      </p:sp>
      <p:sp>
        <p:nvSpPr>
          <p:cNvPr id="7" name="角丸四角形 6"/>
          <p:cNvSpPr>
            <a:spLocks noChangeAspect="1"/>
          </p:cNvSpPr>
          <p:nvPr/>
        </p:nvSpPr>
        <p:spPr>
          <a:xfrm rot="10800000">
            <a:off x="2338496" y="3406384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sp>
        <p:nvSpPr>
          <p:cNvPr id="8" name="角丸四角形 7"/>
          <p:cNvSpPr>
            <a:spLocks noChangeAspect="1"/>
          </p:cNvSpPr>
          <p:nvPr/>
        </p:nvSpPr>
        <p:spPr>
          <a:xfrm rot="10800000">
            <a:off x="178496" y="1246385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250229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/>
          <p:cNvSpPr>
            <a:spLocks noChangeAspect="1"/>
          </p:cNvSpPr>
          <p:nvPr/>
        </p:nvSpPr>
        <p:spPr>
          <a:xfrm rot="16200000">
            <a:off x="3611695" y="4477798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←</a:t>
            </a:r>
          </a:p>
        </p:txBody>
      </p:sp>
      <p:sp>
        <p:nvSpPr>
          <p:cNvPr id="6" name="角丸四角形 5"/>
          <p:cNvSpPr>
            <a:spLocks noChangeAspect="1"/>
          </p:cNvSpPr>
          <p:nvPr/>
        </p:nvSpPr>
        <p:spPr>
          <a:xfrm rot="16200000">
            <a:off x="3611696" y="2319111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↓</a:t>
            </a:r>
          </a:p>
        </p:txBody>
      </p:sp>
      <p:sp>
        <p:nvSpPr>
          <p:cNvPr id="7" name="角丸四角形 6"/>
          <p:cNvSpPr>
            <a:spLocks noChangeAspect="1"/>
          </p:cNvSpPr>
          <p:nvPr/>
        </p:nvSpPr>
        <p:spPr>
          <a:xfrm rot="16200000">
            <a:off x="1451696" y="2305475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sp>
        <p:nvSpPr>
          <p:cNvPr id="8" name="角丸四角形 7"/>
          <p:cNvSpPr>
            <a:spLocks noChangeAspect="1"/>
          </p:cNvSpPr>
          <p:nvPr/>
        </p:nvSpPr>
        <p:spPr>
          <a:xfrm rot="16200000">
            <a:off x="3611695" y="145474"/>
            <a:ext cx="2160000" cy="2160000"/>
          </a:xfrm>
          <a:prstGeom prst="roundRect">
            <a:avLst/>
          </a:prstGeom>
          <a:solidFill>
            <a:schemeClr val="bg1"/>
          </a:solidFill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453415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角丸四角形 8"/>
          <p:cNvSpPr>
            <a:spLocks noChangeAspect="1"/>
          </p:cNvSpPr>
          <p:nvPr/>
        </p:nvSpPr>
        <p:spPr>
          <a:xfrm>
            <a:off x="172990" y="1"/>
            <a:ext cx="6492323" cy="64497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3800" dirty="0">
                <a:solidFill>
                  <a:schemeClr val="tx1"/>
                </a:solidFill>
              </a:rPr>
              <a:t>↑</a:t>
            </a:r>
          </a:p>
        </p:txBody>
      </p:sp>
      <p:grpSp>
        <p:nvGrpSpPr>
          <p:cNvPr id="11" name="グループ化 10"/>
          <p:cNvGrpSpPr/>
          <p:nvPr/>
        </p:nvGrpSpPr>
        <p:grpSpPr>
          <a:xfrm rot="5400000">
            <a:off x="1146385" y="1064895"/>
            <a:ext cx="6492323" cy="4320000"/>
            <a:chOff x="2839989" y="1"/>
            <a:chExt cx="6492323" cy="4320000"/>
          </a:xfrm>
        </p:grpSpPr>
        <p:sp>
          <p:nvSpPr>
            <p:cNvPr id="5" name="角丸四角形 4"/>
            <p:cNvSpPr>
              <a:spLocks noChangeAspect="1"/>
            </p:cNvSpPr>
            <p:nvPr/>
          </p:nvSpPr>
          <p:spPr>
            <a:xfrm>
              <a:off x="2839989" y="2160000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←</a:t>
              </a:r>
            </a:p>
          </p:txBody>
        </p:sp>
        <p:sp>
          <p:nvSpPr>
            <p:cNvPr id="6" name="角丸四角形 5"/>
            <p:cNvSpPr>
              <a:spLocks noChangeAspect="1"/>
            </p:cNvSpPr>
            <p:nvPr/>
          </p:nvSpPr>
          <p:spPr>
            <a:xfrm>
              <a:off x="4998675" y="2160001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↓</a:t>
              </a:r>
            </a:p>
          </p:txBody>
        </p:sp>
        <p:sp>
          <p:nvSpPr>
            <p:cNvPr id="7" name="角丸四角形 6"/>
            <p:cNvSpPr>
              <a:spLocks noChangeAspect="1"/>
            </p:cNvSpPr>
            <p:nvPr/>
          </p:nvSpPr>
          <p:spPr>
            <a:xfrm>
              <a:off x="5012312" y="1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↑</a:t>
              </a:r>
            </a:p>
          </p:txBody>
        </p:sp>
        <p:sp>
          <p:nvSpPr>
            <p:cNvPr id="8" name="角丸四角形 7"/>
            <p:cNvSpPr>
              <a:spLocks noChangeAspect="1"/>
            </p:cNvSpPr>
            <p:nvPr/>
          </p:nvSpPr>
          <p:spPr>
            <a:xfrm>
              <a:off x="7172312" y="2160000"/>
              <a:ext cx="2160000" cy="21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3800" dirty="0">
                  <a:solidFill>
                    <a:schemeClr val="tx1"/>
                  </a:solidFill>
                </a:rPr>
                <a:t>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791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28</Words>
  <Application>Microsoft Office PowerPoint</Application>
  <PresentationFormat>ユーザー設定</PresentationFormat>
  <Paragraphs>28</Paragraphs>
  <Slides>6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Owner</dc:creator>
  <cp:lastModifiedBy>Owner</cp:lastModifiedBy>
  <cp:revision>7</cp:revision>
  <dcterms:created xsi:type="dcterms:W3CDTF">2024-09-04T10:11:36Z</dcterms:created>
  <dcterms:modified xsi:type="dcterms:W3CDTF">2024-09-04T12:20:02Z</dcterms:modified>
</cp:coreProperties>
</file>