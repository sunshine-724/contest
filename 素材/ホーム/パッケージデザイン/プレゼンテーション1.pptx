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1" r:id="rId7"/>
    <p:sldId id="259" r:id="rId8"/>
    <p:sldId id="260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00"/>
    <a:srgbClr val="FFF59B"/>
    <a:srgbClr val="969696"/>
    <a:srgbClr val="AFE0E4"/>
    <a:srgbClr val="FFCA09"/>
    <a:srgbClr val="FFE209"/>
    <a:srgbClr val="FF8805"/>
    <a:srgbClr val="F66900"/>
    <a:srgbClr val="FFB553"/>
    <a:srgbClr val="FF9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1" d="100"/>
          <a:sy n="71" d="100"/>
        </p:scale>
        <p:origin x="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986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4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86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39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694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8901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246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45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201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673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16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089B8-A750-4919-8A18-188E8AD9451E}" type="datetimeFigureOut">
              <a:rPr kumimoji="1" lang="ja-JP" altLang="en-US" smtClean="0"/>
              <a:t>2024/7/23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DCD0A-41B4-4F21-BB51-3204F75316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754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-30005" y="-1"/>
            <a:ext cx="12222003" cy="6857999"/>
          </a:xfrm>
          <a:prstGeom prst="rect">
            <a:avLst/>
          </a:prstGeom>
          <a:solidFill>
            <a:srgbClr val="8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-323850" y="780445"/>
            <a:ext cx="11397238" cy="5234424"/>
          </a:xfrm>
          <a:prstGeom prst="rect">
            <a:avLst/>
          </a:prstGeom>
          <a:solidFill>
            <a:srgbClr val="FFCA09"/>
          </a:solidFill>
          <a:ln w="63500">
            <a:noFill/>
          </a:ln>
          <a:effectLst>
            <a:glow rad="63500">
              <a:srgbClr val="FFE209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2" name="図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38" y="871424"/>
            <a:ext cx="9595936" cy="5060119"/>
          </a:xfrm>
          <a:prstGeom prst="rect">
            <a:avLst/>
          </a:prstGeom>
        </p:spPr>
      </p:pic>
      <p:pic>
        <p:nvPicPr>
          <p:cNvPr id="7" name="図 6" hidden="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70"/>
          <a:stretch/>
        </p:blipFill>
        <p:spPr>
          <a:xfrm>
            <a:off x="-30007" y="-14069"/>
            <a:ext cx="9574306" cy="6858000"/>
          </a:xfrm>
          <a:prstGeom prst="rect">
            <a:avLst/>
          </a:prstGeom>
        </p:spPr>
      </p:pic>
      <p:pic>
        <p:nvPicPr>
          <p:cNvPr id="5" name="図 4" hidden="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12" t="78235" r="17831"/>
          <a:stretch/>
        </p:blipFill>
        <p:spPr>
          <a:xfrm>
            <a:off x="5096435" y="5378823"/>
            <a:ext cx="4908177" cy="1492624"/>
          </a:xfrm>
          <a:prstGeom prst="rect">
            <a:avLst/>
          </a:prstGeom>
        </p:spPr>
      </p:pic>
      <p:pic>
        <p:nvPicPr>
          <p:cNvPr id="6" name="図 5" hidden="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31" t="79020"/>
          <a:stretch/>
        </p:blipFill>
        <p:spPr>
          <a:xfrm>
            <a:off x="9184340" y="5419164"/>
            <a:ext cx="3007659" cy="1438835"/>
          </a:xfrm>
          <a:prstGeom prst="rect">
            <a:avLst/>
          </a:prstGeom>
        </p:spPr>
      </p:pic>
      <p:sp>
        <p:nvSpPr>
          <p:cNvPr id="24" name="テキスト ボックス 23"/>
          <p:cNvSpPr txBox="1"/>
          <p:nvPr/>
        </p:nvSpPr>
        <p:spPr>
          <a:xfrm>
            <a:off x="11073389" y="579036"/>
            <a:ext cx="1040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12</a:t>
            </a:r>
            <a:r>
              <a:rPr kumimoji="1" lang="ja-JP" altLang="en-US" sz="3200" dirty="0" smtClean="0"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回</a:t>
            </a:r>
            <a:endParaRPr kumimoji="1" lang="ja-JP" altLang="en-US" sz="3200" dirty="0">
              <a:latin typeface="HGSｺﾞｼｯｸE" panose="020B0900000000000000" pitchFamily="50" charset="-128"/>
              <a:ea typeface="HGSｺﾞｼｯｸE" panose="020B0900000000000000" pitchFamily="50" charset="-128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0850572" y="1568226"/>
            <a:ext cx="1263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125</a:t>
            </a:r>
            <a:r>
              <a:rPr kumimoji="1" lang="ja-JP" altLang="en-US" sz="3200" dirty="0" smtClean="0">
                <a:latin typeface="HGSｺﾞｼｯｸE" panose="020B0900000000000000" pitchFamily="50" charset="-128"/>
                <a:ea typeface="HGSｺﾞｼｯｸE" panose="020B0900000000000000" pitchFamily="50" charset="-128"/>
              </a:rPr>
              <a:t>皿</a:t>
            </a:r>
            <a:endParaRPr kumimoji="1" lang="ja-JP" altLang="en-US" sz="3200" dirty="0">
              <a:latin typeface="HGSｺﾞｼｯｸE" panose="020B0900000000000000" pitchFamily="50" charset="-128"/>
              <a:ea typeface="HGSｺﾞｼｯｸE" panose="020B0900000000000000" pitchFamily="50" charset="-128"/>
            </a:endParaRPr>
          </a:p>
        </p:txBody>
      </p:sp>
      <p:sp>
        <p:nvSpPr>
          <p:cNvPr id="29" name="フローチャート: 手操作入力 28" hidden="1"/>
          <p:cNvSpPr/>
          <p:nvPr/>
        </p:nvSpPr>
        <p:spPr>
          <a:xfrm rot="5400000" flipH="1">
            <a:off x="1340735" y="-1229482"/>
            <a:ext cx="6720668" cy="931174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2878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878 h 10000"/>
              <a:gd name="connsiteX0" fmla="*/ 0 w 10018"/>
              <a:gd name="connsiteY0" fmla="*/ 4136 h 10000"/>
              <a:gd name="connsiteX1" fmla="*/ 10018 w 10018"/>
              <a:gd name="connsiteY1" fmla="*/ 0 h 10000"/>
              <a:gd name="connsiteX2" fmla="*/ 10018 w 10018"/>
              <a:gd name="connsiteY2" fmla="*/ 10000 h 10000"/>
              <a:gd name="connsiteX3" fmla="*/ 18 w 10018"/>
              <a:gd name="connsiteY3" fmla="*/ 10000 h 10000"/>
              <a:gd name="connsiteX4" fmla="*/ 0 w 10018"/>
              <a:gd name="connsiteY4" fmla="*/ 4136 h 10000"/>
              <a:gd name="connsiteX0" fmla="*/ 19 w 10001"/>
              <a:gd name="connsiteY0" fmla="*/ 4831 h 10000"/>
              <a:gd name="connsiteX1" fmla="*/ 10001 w 10001"/>
              <a:gd name="connsiteY1" fmla="*/ 0 h 10000"/>
              <a:gd name="connsiteX2" fmla="*/ 10001 w 10001"/>
              <a:gd name="connsiteY2" fmla="*/ 10000 h 10000"/>
              <a:gd name="connsiteX3" fmla="*/ 1 w 10001"/>
              <a:gd name="connsiteY3" fmla="*/ 10000 h 10000"/>
              <a:gd name="connsiteX4" fmla="*/ 19 w 10001"/>
              <a:gd name="connsiteY4" fmla="*/ 4831 h 10000"/>
              <a:gd name="connsiteX0" fmla="*/ 0 w 10018"/>
              <a:gd name="connsiteY0" fmla="*/ 4661 h 10000"/>
              <a:gd name="connsiteX1" fmla="*/ 10018 w 10018"/>
              <a:gd name="connsiteY1" fmla="*/ 0 h 10000"/>
              <a:gd name="connsiteX2" fmla="*/ 10018 w 10018"/>
              <a:gd name="connsiteY2" fmla="*/ 10000 h 10000"/>
              <a:gd name="connsiteX3" fmla="*/ 18 w 10018"/>
              <a:gd name="connsiteY3" fmla="*/ 10000 h 10000"/>
              <a:gd name="connsiteX4" fmla="*/ 0 w 10018"/>
              <a:gd name="connsiteY4" fmla="*/ 4661 h 10000"/>
              <a:gd name="connsiteX0" fmla="*/ 0 w 10039"/>
              <a:gd name="connsiteY0" fmla="*/ 4720 h 10000"/>
              <a:gd name="connsiteX1" fmla="*/ 10039 w 10039"/>
              <a:gd name="connsiteY1" fmla="*/ 0 h 10000"/>
              <a:gd name="connsiteX2" fmla="*/ 10039 w 10039"/>
              <a:gd name="connsiteY2" fmla="*/ 10000 h 10000"/>
              <a:gd name="connsiteX3" fmla="*/ 39 w 10039"/>
              <a:gd name="connsiteY3" fmla="*/ 10000 h 10000"/>
              <a:gd name="connsiteX4" fmla="*/ 0 w 10039"/>
              <a:gd name="connsiteY4" fmla="*/ 4720 h 10000"/>
              <a:gd name="connsiteX0" fmla="*/ 0 w 10018"/>
              <a:gd name="connsiteY0" fmla="*/ 4720 h 10000"/>
              <a:gd name="connsiteX1" fmla="*/ 10018 w 10018"/>
              <a:gd name="connsiteY1" fmla="*/ 0 h 10000"/>
              <a:gd name="connsiteX2" fmla="*/ 10018 w 10018"/>
              <a:gd name="connsiteY2" fmla="*/ 10000 h 10000"/>
              <a:gd name="connsiteX3" fmla="*/ 18 w 10018"/>
              <a:gd name="connsiteY3" fmla="*/ 10000 h 10000"/>
              <a:gd name="connsiteX4" fmla="*/ 0 w 10018"/>
              <a:gd name="connsiteY4" fmla="*/ 4720 h 10000"/>
              <a:gd name="connsiteX0" fmla="*/ 0 w 10008"/>
              <a:gd name="connsiteY0" fmla="*/ 4720 h 10000"/>
              <a:gd name="connsiteX1" fmla="*/ 10008 w 10008"/>
              <a:gd name="connsiteY1" fmla="*/ 0 h 10000"/>
              <a:gd name="connsiteX2" fmla="*/ 10008 w 10008"/>
              <a:gd name="connsiteY2" fmla="*/ 10000 h 10000"/>
              <a:gd name="connsiteX3" fmla="*/ 8 w 10008"/>
              <a:gd name="connsiteY3" fmla="*/ 10000 h 10000"/>
              <a:gd name="connsiteX4" fmla="*/ 0 w 10008"/>
              <a:gd name="connsiteY4" fmla="*/ 472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8" h="10000">
                <a:moveTo>
                  <a:pt x="0" y="4720"/>
                </a:moveTo>
                <a:lnTo>
                  <a:pt x="10008" y="0"/>
                </a:lnTo>
                <a:lnTo>
                  <a:pt x="10008" y="10000"/>
                </a:lnTo>
                <a:lnTo>
                  <a:pt x="8" y="10000"/>
                </a:lnTo>
                <a:cubicBezTo>
                  <a:pt x="2" y="8045"/>
                  <a:pt x="6" y="6675"/>
                  <a:pt x="0" y="4720"/>
                </a:cubicBezTo>
                <a:close/>
              </a:path>
            </a:pathLst>
          </a:custGeom>
          <a:noFill/>
          <a:ln w="161925">
            <a:solidFill>
              <a:srgbClr val="FF970D"/>
            </a:solidFill>
          </a:ln>
          <a:effectLst>
            <a:glow rad="50800">
              <a:srgbClr val="FFB553">
                <a:alpha val="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正方形/長方形 2"/>
          <p:cNvSpPr/>
          <p:nvPr/>
        </p:nvSpPr>
        <p:spPr>
          <a:xfrm>
            <a:off x="8936549" y="3024426"/>
            <a:ext cx="3255449" cy="875222"/>
          </a:xfrm>
          <a:prstGeom prst="rect">
            <a:avLst/>
          </a:prstGeom>
          <a:solidFill>
            <a:srgbClr val="FF0000"/>
          </a:solidFill>
          <a:ln w="161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8075838" y="3957912"/>
            <a:ext cx="4136427" cy="87522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61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72"/>
          <a:stretch/>
        </p:blipFill>
        <p:spPr>
          <a:xfrm>
            <a:off x="4666128" y="0"/>
            <a:ext cx="7525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0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-41999" y="746833"/>
            <a:ext cx="9589409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-14069" y="3699803"/>
            <a:ext cx="9588373" cy="1916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" b="5361"/>
          <a:stretch/>
        </p:blipFill>
        <p:spPr>
          <a:xfrm>
            <a:off x="-15103" y="787791"/>
            <a:ext cx="9589408" cy="4979963"/>
          </a:xfrm>
          <a:prstGeom prst="rect">
            <a:avLst/>
          </a:prstGeom>
        </p:spPr>
      </p:pic>
      <p:pic>
        <p:nvPicPr>
          <p:cNvPr id="20" name="図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92" t="61667" r="36719" b="14166"/>
          <a:stretch/>
        </p:blipFill>
        <p:spPr>
          <a:xfrm>
            <a:off x="-21167" y="3808532"/>
            <a:ext cx="2741856" cy="1657350"/>
          </a:xfrm>
          <a:prstGeom prst="rect">
            <a:avLst/>
          </a:prstGeom>
        </p:spPr>
      </p:pic>
      <p:pic>
        <p:nvPicPr>
          <p:cNvPr id="19" name="図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06" t="63611" r="36875" b="14722"/>
          <a:stretch/>
        </p:blipFill>
        <p:spPr>
          <a:xfrm>
            <a:off x="3752850" y="3933264"/>
            <a:ext cx="3257550" cy="1485900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 rot="21212299">
            <a:off x="587437" y="1622705"/>
            <a:ext cx="3801041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7200" dirty="0" smtClean="0">
                <a:ln w="374650">
                  <a:solidFill>
                    <a:schemeClr val="tx1"/>
                  </a:solidFill>
                </a:ln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パク</a:t>
            </a:r>
            <a:r>
              <a:rPr kumimoji="1" lang="ja-JP" altLang="en-US" sz="6600" dirty="0" smtClean="0">
                <a:ln w="374650">
                  <a:solidFill>
                    <a:schemeClr val="tx1"/>
                  </a:solidFill>
                </a:ln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ッ</a:t>
            </a:r>
            <a:r>
              <a:rPr kumimoji="1" lang="ja-JP" altLang="en-US" sz="7200" dirty="0" smtClean="0">
                <a:ln w="374650">
                  <a:solidFill>
                    <a:schemeClr val="tx1"/>
                  </a:solidFill>
                </a:ln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と</a:t>
            </a:r>
            <a:endParaRPr kumimoji="1" lang="ja-JP" altLang="en-US" sz="7200" dirty="0">
              <a:ln w="374650">
                <a:solidFill>
                  <a:schemeClr val="tx1"/>
                </a:solidFill>
              </a:ln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 rot="21212299">
            <a:off x="587440" y="1624825"/>
            <a:ext cx="38010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7200" dirty="0" smtClean="0">
                <a:ln w="228600">
                  <a:solidFill>
                    <a:schemeClr val="bg1"/>
                  </a:solidFill>
                </a:ln>
                <a:effectLst>
                  <a:glow>
                    <a:schemeClr val="tx1"/>
                  </a:glow>
                </a:effectLst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パク</a:t>
            </a:r>
            <a:r>
              <a:rPr kumimoji="1" lang="ja-JP" altLang="en-US" sz="6600" dirty="0" smtClean="0">
                <a:ln w="228600">
                  <a:solidFill>
                    <a:schemeClr val="bg1"/>
                  </a:solidFill>
                </a:ln>
                <a:effectLst>
                  <a:glow>
                    <a:schemeClr val="tx1"/>
                  </a:glow>
                </a:effectLst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ッ</a:t>
            </a:r>
            <a:r>
              <a:rPr kumimoji="1" lang="ja-JP" altLang="en-US" sz="7200" dirty="0" smtClean="0">
                <a:ln w="228600">
                  <a:solidFill>
                    <a:schemeClr val="bg1"/>
                  </a:solidFill>
                </a:ln>
                <a:effectLst>
                  <a:glow>
                    <a:schemeClr val="tx1"/>
                  </a:glow>
                </a:effectLst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と</a:t>
            </a:r>
            <a:endParaRPr kumimoji="1" lang="ja-JP" altLang="en-US" sz="7200" dirty="0">
              <a:ln w="228600">
                <a:solidFill>
                  <a:schemeClr val="bg1"/>
                </a:solidFill>
              </a:ln>
              <a:effectLst>
                <a:glow>
                  <a:schemeClr val="tx1"/>
                </a:glow>
              </a:effectLst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 rot="21212299">
            <a:off x="602444" y="1624824"/>
            <a:ext cx="3801041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7200" dirty="0" smtClean="0">
                <a:ln w="161925">
                  <a:noFill/>
                </a:ln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パク</a:t>
            </a:r>
            <a:r>
              <a:rPr kumimoji="1" lang="ja-JP" altLang="en-US" sz="6600" dirty="0" smtClean="0">
                <a:ln w="161925">
                  <a:noFill/>
                </a:ln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ッ</a:t>
            </a:r>
            <a:r>
              <a:rPr kumimoji="1" lang="ja-JP" altLang="en-US" sz="7200" dirty="0" smtClean="0">
                <a:ln w="161925">
                  <a:noFill/>
                </a:ln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と</a:t>
            </a:r>
            <a:endParaRPr kumimoji="1" lang="ja-JP" altLang="en-US" sz="7200" dirty="0">
              <a:ln w="161925">
                <a:noFill/>
              </a:ln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983380" y="3111776"/>
            <a:ext cx="6083717" cy="186204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1500" dirty="0" smtClean="0">
                <a:ln w="638175">
                  <a:solidFill>
                    <a:srgbClr val="500800"/>
                  </a:solidFill>
                </a:ln>
                <a:solidFill>
                  <a:srgbClr val="FF0101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サーモン</a:t>
            </a:r>
            <a:endParaRPr kumimoji="1" lang="ja-JP" altLang="en-US" sz="11500" dirty="0">
              <a:ln w="638175">
                <a:solidFill>
                  <a:srgbClr val="500800"/>
                </a:solidFill>
              </a:ln>
              <a:solidFill>
                <a:srgbClr val="FF0101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984538" y="3111776"/>
            <a:ext cx="6083717" cy="186204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1500" dirty="0" smtClean="0">
                <a:ln w="279400">
                  <a:solidFill>
                    <a:schemeClr val="bg1"/>
                  </a:solidFill>
                </a:ln>
                <a:solidFill>
                  <a:srgbClr val="FF0101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サーモン</a:t>
            </a:r>
            <a:endParaRPr kumimoji="1" lang="ja-JP" altLang="en-US" sz="11500" dirty="0">
              <a:ln w="279400">
                <a:solidFill>
                  <a:schemeClr val="bg1"/>
                </a:solidFill>
              </a:ln>
              <a:solidFill>
                <a:srgbClr val="FF0101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995722" y="3111776"/>
            <a:ext cx="6083717" cy="186204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11500" dirty="0" smtClean="0">
                <a:ln w="50800">
                  <a:solidFill>
                    <a:srgbClr val="FF0101"/>
                  </a:solidFill>
                </a:ln>
                <a:solidFill>
                  <a:srgbClr val="FF0101"/>
                </a:solidFill>
                <a:latin typeface="源暎ゴシックN Heavy" panose="020B0A00000000000000" pitchFamily="34" charset="-128"/>
                <a:ea typeface="源暎ゴシックN Heavy" panose="020B0A00000000000000" pitchFamily="34" charset="-128"/>
              </a:rPr>
              <a:t>サーモン</a:t>
            </a:r>
            <a:endParaRPr kumimoji="1" lang="ja-JP" altLang="en-US" sz="11500" dirty="0">
              <a:ln w="50800">
                <a:solidFill>
                  <a:srgbClr val="FF0101"/>
                </a:solidFill>
              </a:ln>
              <a:solidFill>
                <a:srgbClr val="FF0101"/>
              </a:solidFill>
              <a:latin typeface="源暎ゴシックN Heavy" panose="020B0A00000000000000" pitchFamily="34" charset="-128"/>
              <a:ea typeface="源暎ゴシックN Heavy" panose="020B0A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492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-41999" y="746833"/>
            <a:ext cx="9589409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-41999" y="789037"/>
            <a:ext cx="9589409" cy="4965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1253" y="1868678"/>
            <a:ext cx="51026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 smtClean="0"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クリーン・ザ・ウィンド</a:t>
            </a:r>
            <a:endParaRPr kumimoji="1" lang="ja-JP" altLang="en-US" sz="4800" dirty="0">
              <a:latin typeface="コーポレート・ロゴ ver2 Bold" panose="02000600000000000000" pitchFamily="50" charset="-128"/>
              <a:ea typeface="コーポレート・ロゴ ver2 Bold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544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5751" y="746833"/>
            <a:ext cx="9634703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51759" y="789037"/>
            <a:ext cx="9589409" cy="4965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/>
          <p:cNvSpPr/>
          <p:nvPr/>
        </p:nvSpPr>
        <p:spPr>
          <a:xfrm>
            <a:off x="39057" y="1075765"/>
            <a:ext cx="9589410" cy="4316302"/>
          </a:xfrm>
          <a:prstGeom prst="rect">
            <a:avLst/>
          </a:prstGeom>
          <a:solidFill>
            <a:srgbClr val="AFE0E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 rot="16200000">
            <a:off x="3870864" y="3058439"/>
            <a:ext cx="4679169" cy="611010"/>
          </a:xfrm>
          <a:prstGeom prst="rect">
            <a:avLst/>
          </a:prstGeom>
          <a:solidFill>
            <a:srgbClr val="96969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39059" y="789037"/>
            <a:ext cx="9589409" cy="470647"/>
          </a:xfrm>
          <a:prstGeom prst="rect">
            <a:avLst/>
          </a:prstGeom>
          <a:solidFill>
            <a:srgbClr val="96969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3" name="正方形/長方形 2"/>
          <p:cNvSpPr/>
          <p:nvPr/>
        </p:nvSpPr>
        <p:spPr>
          <a:xfrm>
            <a:off x="39058" y="5296987"/>
            <a:ext cx="9589409" cy="470647"/>
          </a:xfrm>
          <a:prstGeom prst="rect">
            <a:avLst/>
          </a:prstGeom>
          <a:solidFill>
            <a:srgbClr val="969696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/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89" b="20000"/>
          <a:stretch/>
        </p:blipFill>
        <p:spPr>
          <a:xfrm>
            <a:off x="39772" y="1262585"/>
            <a:ext cx="2910005" cy="294198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3" r="26630"/>
          <a:stretch/>
        </p:blipFill>
        <p:spPr>
          <a:xfrm>
            <a:off x="1721157" y="3155229"/>
            <a:ext cx="1462104" cy="1751478"/>
          </a:xfrm>
          <a:prstGeom prst="rect">
            <a:avLst/>
          </a:prstGeom>
        </p:spPr>
      </p:pic>
      <p:sp>
        <p:nvSpPr>
          <p:cNvPr id="14" name="テキスト ボックス 13"/>
          <p:cNvSpPr txBox="1"/>
          <p:nvPr/>
        </p:nvSpPr>
        <p:spPr>
          <a:xfrm>
            <a:off x="627245" y="1818785"/>
            <a:ext cx="71304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600" dirty="0">
                <a:ln w="174625">
                  <a:solidFill>
                    <a:srgbClr val="FFCA00"/>
                  </a:solidFill>
                </a:ln>
                <a:noFill/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ワイプ</a:t>
            </a:r>
            <a:r>
              <a:rPr kumimoji="1" lang="ja-JP" altLang="en-US" sz="6600" dirty="0" smtClean="0">
                <a:ln w="174625">
                  <a:solidFill>
                    <a:srgbClr val="FFCA00"/>
                  </a:solidFill>
                </a:ln>
                <a:noFill/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・ザ・ウィンドウ</a:t>
            </a:r>
            <a:endParaRPr kumimoji="1" lang="ja-JP" altLang="en-US" sz="6600" dirty="0">
              <a:ln w="174625">
                <a:solidFill>
                  <a:srgbClr val="FFCA00"/>
                </a:solidFill>
              </a:ln>
              <a:noFill/>
              <a:latin typeface="コーポレート・ロゴ ver2 Bold" panose="02000600000000000000" pitchFamily="50" charset="-128"/>
              <a:ea typeface="コーポレート・ロゴ ver2 Bold" panose="02000600000000000000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28237" y="1818136"/>
            <a:ext cx="71304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6600" dirty="0">
                <a:ln w="95250">
                  <a:solidFill>
                    <a:schemeClr val="bg1"/>
                  </a:solidFill>
                </a:ln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ワイプ</a:t>
            </a:r>
            <a:r>
              <a:rPr kumimoji="1" lang="ja-JP" altLang="en-US" sz="6600" dirty="0" smtClean="0">
                <a:ln w="95250">
                  <a:solidFill>
                    <a:schemeClr val="bg1"/>
                  </a:solidFill>
                </a:ln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・ザ・ウィンドウ</a:t>
            </a:r>
            <a:endParaRPr kumimoji="1" lang="ja-JP" altLang="en-US" sz="6600" dirty="0">
              <a:ln w="95250">
                <a:solidFill>
                  <a:schemeClr val="bg1"/>
                </a:solidFill>
              </a:ln>
              <a:latin typeface="コーポレート・ロゴ ver2 Bold" panose="02000600000000000000" pitchFamily="50" charset="-128"/>
              <a:ea typeface="コーポレート・ロゴ ver2 Bold" panose="020006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628236" y="1821870"/>
            <a:ext cx="716093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dirty="0" smtClean="0">
                <a:solidFill>
                  <a:srgbClr val="FFCA00"/>
                </a:solidFill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ワイプ・</a:t>
            </a:r>
            <a:r>
              <a:rPr kumimoji="1" lang="ja-JP" altLang="en-US" sz="6600" dirty="0" smtClean="0">
                <a:solidFill>
                  <a:srgbClr val="FFCA00"/>
                </a:solidFill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ザ・</a:t>
            </a:r>
            <a:r>
              <a:rPr kumimoji="1" lang="ja-JP" altLang="en-US" sz="6600" dirty="0" smtClean="0">
                <a:solidFill>
                  <a:srgbClr val="FFCA00"/>
                </a:solidFill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ウィンドウ</a:t>
            </a:r>
            <a:endParaRPr kumimoji="1" lang="ja-JP" altLang="en-US" sz="6600" dirty="0">
              <a:solidFill>
                <a:srgbClr val="FFCA00"/>
              </a:solidFill>
              <a:latin typeface="コーポレート・ロゴ ver2 Bold" panose="02000600000000000000" pitchFamily="50" charset="-128"/>
              <a:ea typeface="コーポレート・ロゴ ver2 Bold" panose="02000600000000000000" pitchFamily="50" charset="-128"/>
            </a:endParaRPr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3" r="26630"/>
          <a:stretch/>
        </p:blipFill>
        <p:spPr>
          <a:xfrm>
            <a:off x="4313476" y="1127875"/>
            <a:ext cx="735437" cy="88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746833"/>
            <a:ext cx="9416234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" y="816123"/>
            <a:ext cx="9352973" cy="493200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845509" y="1439156"/>
            <a:ext cx="4493538" cy="830997"/>
          </a:xfrm>
          <a:prstGeom prst="rect">
            <a:avLst/>
          </a:prstGeom>
          <a:noFill/>
          <a:ln w="92075">
            <a:noFill/>
          </a:ln>
        </p:spPr>
        <p:txBody>
          <a:bodyPr wrap="none" rtlCol="0">
            <a:spAutoFit/>
          </a:bodyPr>
          <a:lstStyle/>
          <a:p>
            <a:r>
              <a:rPr kumimoji="1" lang="ja-JP" altLang="en-US" sz="4800" dirty="0" smtClean="0">
                <a:ln w="158750">
                  <a:solidFill>
                    <a:schemeClr val="tx1"/>
                  </a:solidFill>
                </a:ln>
                <a:solidFill>
                  <a:schemeClr val="bg1"/>
                </a:solidFill>
                <a:latin typeface="ラノベPOP v2" panose="00000900000000000000" pitchFamily="50" charset="-128"/>
                <a:ea typeface="ラノベPOP v2" panose="00000900000000000000" pitchFamily="50" charset="-128"/>
                <a:cs typeface="ラノベPOP v2" panose="00000900000000000000" pitchFamily="50" charset="-128"/>
              </a:rPr>
              <a:t>ジェムハンター</a:t>
            </a:r>
            <a:endParaRPr kumimoji="1" lang="ja-JP" altLang="en-US" sz="4800" dirty="0">
              <a:ln w="158750">
                <a:solidFill>
                  <a:schemeClr val="tx1"/>
                </a:solidFill>
              </a:ln>
              <a:solidFill>
                <a:schemeClr val="bg1"/>
              </a:solidFill>
              <a:latin typeface="ラノベPOP v2" panose="00000900000000000000" pitchFamily="50" charset="-128"/>
              <a:ea typeface="ラノベPOP v2" panose="00000900000000000000" pitchFamily="50" charset="-128"/>
              <a:cs typeface="ラノベPOP v2" panose="000009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82375" y="2143869"/>
            <a:ext cx="317907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dirty="0" smtClean="0">
                <a:ln w="152400">
                  <a:solidFill>
                    <a:schemeClr val="tx1"/>
                  </a:solidFill>
                </a:ln>
                <a:solidFill>
                  <a:schemeClr val="bg1"/>
                </a:solidFill>
                <a:latin typeface="ラノベPOP v2" panose="00000900000000000000" pitchFamily="50" charset="-128"/>
                <a:ea typeface="ラノベPOP v2" panose="00000900000000000000" pitchFamily="50" charset="-128"/>
                <a:cs typeface="ラノベPOP v2" panose="00000900000000000000" pitchFamily="50" charset="-128"/>
              </a:rPr>
              <a:t>UFO</a:t>
            </a:r>
            <a:endParaRPr kumimoji="1" lang="ja-JP" altLang="en-US" sz="8800" dirty="0">
              <a:ln w="152400">
                <a:solidFill>
                  <a:schemeClr val="tx1"/>
                </a:solidFill>
              </a:ln>
              <a:solidFill>
                <a:schemeClr val="bg1"/>
              </a:solidFill>
              <a:latin typeface="ラノベPOP v2" panose="00000900000000000000" pitchFamily="50" charset="-128"/>
              <a:ea typeface="ラノベPOP v2" panose="00000900000000000000" pitchFamily="50" charset="-128"/>
              <a:cs typeface="ラノベPOP v2" panose="00000900000000000000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845508" y="1439156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dirty="0" smtClean="0">
                <a:solidFill>
                  <a:schemeClr val="bg1"/>
                </a:solidFill>
                <a:latin typeface="ラノベPOP v2" panose="00000900000000000000" pitchFamily="50" charset="-128"/>
                <a:ea typeface="ラノベPOP v2" panose="00000900000000000000" pitchFamily="50" charset="-128"/>
                <a:cs typeface="ラノベPOP v2" panose="00000900000000000000" pitchFamily="50" charset="-128"/>
              </a:rPr>
              <a:t>ジェムハンター</a:t>
            </a:r>
            <a:endParaRPr kumimoji="1" lang="ja-JP" altLang="en-US" sz="4800" dirty="0">
              <a:solidFill>
                <a:schemeClr val="bg1"/>
              </a:solidFill>
              <a:latin typeface="ラノベPOP v2" panose="00000900000000000000" pitchFamily="50" charset="-128"/>
              <a:ea typeface="ラノベPOP v2" panose="00000900000000000000" pitchFamily="50" charset="-128"/>
              <a:cs typeface="ラノベPOP v2" panose="00000900000000000000" pitchFamily="50" charset="-128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093337" y="2143869"/>
            <a:ext cx="317907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500" dirty="0" smtClean="0">
                <a:solidFill>
                  <a:schemeClr val="bg1"/>
                </a:solidFill>
                <a:latin typeface="ラノベPOP v2" panose="00000900000000000000" pitchFamily="50" charset="-128"/>
                <a:ea typeface="ラノベPOP v2" panose="00000900000000000000" pitchFamily="50" charset="-128"/>
                <a:cs typeface="ラノベPOP v2" panose="00000900000000000000" pitchFamily="50" charset="-128"/>
              </a:rPr>
              <a:t>UFO</a:t>
            </a:r>
            <a:endParaRPr kumimoji="1" lang="ja-JP" altLang="en-US" sz="11500" dirty="0">
              <a:solidFill>
                <a:schemeClr val="bg1"/>
              </a:solidFill>
              <a:latin typeface="ラノベPOP v2" panose="00000900000000000000" pitchFamily="50" charset="-128"/>
              <a:ea typeface="ラノベPOP v2" panose="00000900000000000000" pitchFamily="50" charset="-128"/>
              <a:cs typeface="ラノベPOP v2" panose="0000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818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0" y="743356"/>
            <a:ext cx="9639629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43494" y="789037"/>
            <a:ext cx="9589409" cy="49755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hidden="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354"/>
            <a:ext cx="9594311" cy="505926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8" y="747219"/>
            <a:ext cx="9594311" cy="5059262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962473" y="2034743"/>
            <a:ext cx="273664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9900" dirty="0" smtClean="0">
                <a:ln w="673100">
                  <a:solidFill>
                    <a:schemeClr val="tx1"/>
                  </a:solidFill>
                </a:ln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幸</a:t>
            </a:r>
            <a:endParaRPr kumimoji="1" lang="ja-JP" altLang="en-US" sz="19900" dirty="0">
              <a:ln w="673100">
                <a:solidFill>
                  <a:schemeClr val="tx1"/>
                </a:solidFill>
              </a:ln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962473" y="2043086"/>
            <a:ext cx="273664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9900" dirty="0" smtClean="0">
                <a:ln w="355600">
                  <a:solidFill>
                    <a:schemeClr val="bg1"/>
                  </a:solidFill>
                </a:ln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幸</a:t>
            </a:r>
            <a:endParaRPr kumimoji="1" lang="ja-JP" altLang="en-US" sz="19900" dirty="0">
              <a:ln w="355600">
                <a:solidFill>
                  <a:schemeClr val="bg1"/>
                </a:solidFill>
              </a:ln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67375" y="2043085"/>
            <a:ext cx="273664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9900" dirty="0" smtClean="0">
                <a:effectLst>
                  <a:glow>
                    <a:schemeClr val="tx1">
                      <a:alpha val="0"/>
                    </a:schemeClr>
                  </a:glow>
                </a:effectLst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幸</a:t>
            </a:r>
            <a:endParaRPr kumimoji="1" lang="ja-JP" altLang="en-US" sz="19900" dirty="0">
              <a:effectLst>
                <a:glow>
                  <a:schemeClr val="tx1">
                    <a:alpha val="0"/>
                  </a:schemeClr>
                </a:glow>
              </a:effectLst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379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-41999" y="746833"/>
            <a:ext cx="9589409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-41999" y="789037"/>
            <a:ext cx="9589409" cy="4965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85991" y="2065625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500" dirty="0" smtClean="0"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幸</a:t>
            </a:r>
            <a:endParaRPr kumimoji="1" lang="ja-JP" altLang="en-US" sz="11500" dirty="0">
              <a:latin typeface="コーポレート・ロゴ ver2 Bold" panose="02000600000000000000" pitchFamily="50" charset="-128"/>
              <a:ea typeface="コーポレート・ロゴ ver2 Bold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433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-41999" y="746833"/>
            <a:ext cx="9589409" cy="5063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/>
        </p:nvSpPr>
        <p:spPr>
          <a:xfrm>
            <a:off x="-41999" y="789037"/>
            <a:ext cx="9589409" cy="4965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101253" y="1868678"/>
            <a:ext cx="20072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600" dirty="0" smtClean="0">
                <a:latin typeface="コーポレート・ロゴ ver2 Bold" panose="02000600000000000000" pitchFamily="50" charset="-128"/>
                <a:ea typeface="コーポレート・ロゴ ver2 Bold" panose="02000600000000000000" pitchFamily="50" charset="-128"/>
              </a:rPr>
              <a:t>UFO</a:t>
            </a:r>
            <a:endParaRPr kumimoji="1" lang="ja-JP" altLang="en-US" sz="6600" dirty="0">
              <a:latin typeface="コーポレート・ロゴ ver2 Bold" panose="02000600000000000000" pitchFamily="50" charset="-128"/>
              <a:ea typeface="コーポレート・ロゴ ver2 Bold" panose="020006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813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sz="6600" dirty="0" smtClean="0">
            <a:ln w="95250">
              <a:solidFill>
                <a:schemeClr val="bg1"/>
              </a:solidFill>
            </a:ln>
            <a:latin typeface="コーポレート・ロゴ ver2 Bold" panose="02000600000000000000" pitchFamily="50" charset="-128"/>
            <a:ea typeface="コーポレート・ロゴ ver2 Bold" panose="020006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5272</TotalTime>
  <Words>42</Words>
  <Application>Microsoft Office PowerPoint</Application>
  <PresentationFormat>ワイド画面</PresentationFormat>
  <Paragraphs>21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8" baseType="lpstr">
      <vt:lpstr>HGSｺﾞｼｯｸE</vt:lpstr>
      <vt:lpstr>HGS創英ﾌﾟﾚｾﾞﾝｽEB</vt:lpstr>
      <vt:lpstr>ＭＳ Ｐゴシック</vt:lpstr>
      <vt:lpstr>コーポレート・ロゴ ver2 Bold</vt:lpstr>
      <vt:lpstr>ラノベPOP v2</vt:lpstr>
      <vt:lpstr>源暎ゴシックN Heavy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Owner</dc:creator>
  <cp:lastModifiedBy>Owner</cp:lastModifiedBy>
  <cp:revision>52</cp:revision>
  <dcterms:created xsi:type="dcterms:W3CDTF">2024-06-30T01:35:05Z</dcterms:created>
  <dcterms:modified xsi:type="dcterms:W3CDTF">2024-07-23T23:07:14Z</dcterms:modified>
</cp:coreProperties>
</file>